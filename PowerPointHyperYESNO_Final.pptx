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8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6" r:id="rId14"/>
    <p:sldId id="268" r:id="rId15"/>
    <p:sldId id="269" r:id="rId16"/>
    <p:sldId id="270" r:id="rId17"/>
    <p:sldId id="271" r:id="rId18"/>
    <p:sldId id="272" r:id="rId19"/>
    <p:sldId id="277" r:id="rId20"/>
    <p:sldId id="273" r:id="rId21"/>
    <p:sldId id="279" r:id="rId22"/>
    <p:sldId id="293" r:id="rId23"/>
    <p:sldId id="294" r:id="rId24"/>
    <p:sldId id="295" r:id="rId25"/>
    <p:sldId id="296" r:id="rId26"/>
    <p:sldId id="297" r:id="rId27"/>
    <p:sldId id="298" r:id="rId28"/>
    <p:sldId id="299" r:id="rId29"/>
    <p:sldId id="300" r:id="rId30"/>
    <p:sldId id="305" r:id="rId31"/>
    <p:sldId id="306" r:id="rId32"/>
    <p:sldId id="307" r:id="rId33"/>
    <p:sldId id="308" r:id="rId34"/>
    <p:sldId id="309" r:id="rId35"/>
    <p:sldId id="310" r:id="rId36"/>
    <p:sldId id="311" r:id="rId37"/>
    <p:sldId id="312" r:id="rId38"/>
    <p:sldId id="317" r:id="rId39"/>
    <p:sldId id="318" r:id="rId40"/>
    <p:sldId id="319" r:id="rId41"/>
    <p:sldId id="320" r:id="rId42"/>
    <p:sldId id="321" r:id="rId43"/>
    <p:sldId id="322" r:id="rId44"/>
    <p:sldId id="323" r:id="rId45"/>
    <p:sldId id="324" r:id="rId46"/>
    <p:sldId id="274" r:id="rId47"/>
    <p:sldId id="278" r:id="rId48"/>
    <p:sldId id="275" r:id="rId49"/>
    <p:sldId id="280" r:id="rId50"/>
    <p:sldId id="281" r:id="rId51"/>
    <p:sldId id="282" r:id="rId52"/>
    <p:sldId id="283" r:id="rId53"/>
    <p:sldId id="284" r:id="rId54"/>
    <p:sldId id="301" r:id="rId55"/>
    <p:sldId id="302" r:id="rId56"/>
    <p:sldId id="303" r:id="rId57"/>
    <p:sldId id="304" r:id="rId58"/>
    <p:sldId id="313" r:id="rId59"/>
    <p:sldId id="314" r:id="rId60"/>
    <p:sldId id="315" r:id="rId61"/>
    <p:sldId id="316" r:id="rId62"/>
    <p:sldId id="325" r:id="rId63"/>
    <p:sldId id="326" r:id="rId64"/>
    <p:sldId id="327" r:id="rId65"/>
    <p:sldId id="328" r:id="rId66"/>
    <p:sldId id="329" r:id="rId67"/>
    <p:sldId id="330" r:id="rId68"/>
    <p:sldId id="331" r:id="rId69"/>
    <p:sldId id="332" r:id="rId70"/>
    <p:sldId id="285" r:id="rId71"/>
    <p:sldId id="286" r:id="rId72"/>
    <p:sldId id="287" r:id="rId73"/>
    <p:sldId id="288" r:id="rId74"/>
    <p:sldId id="289" r:id="rId75"/>
    <p:sldId id="290" r:id="rId76"/>
    <p:sldId id="291" r:id="rId77"/>
    <p:sldId id="340" r:id="rId78"/>
    <p:sldId id="341" r:id="rId79"/>
    <p:sldId id="292" r:id="rId80"/>
    <p:sldId id="333" r:id="rId81"/>
    <p:sldId id="334" r:id="rId82"/>
    <p:sldId id="335" r:id="rId83"/>
    <p:sldId id="336" r:id="rId84"/>
    <p:sldId id="337" r:id="rId85"/>
    <p:sldId id="338" r:id="rId86"/>
    <p:sldId id="339" r:id="rId8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87DA14-35D9-46A4-91B7-38771414978B}" v="3" dt="2024-11-05T15:36:24.2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5" d="100"/>
          <a:sy n="95" d="100"/>
        </p:scale>
        <p:origin x="858" y="4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JANDRO PEREZ-FERNANDEZ" userId="19c7726bc504792d" providerId="LiveId" clId="{6087DA14-35D9-46A4-91B7-38771414978B}"/>
    <pc:docChg chg="custSel addSld delSld modSld">
      <pc:chgData name="ALEJANDRO PEREZ-FERNANDEZ" userId="19c7726bc504792d" providerId="LiveId" clId="{6087DA14-35D9-46A4-91B7-38771414978B}" dt="2024-11-05T15:37:14.703" v="83" actId="20577"/>
      <pc:docMkLst>
        <pc:docMk/>
      </pc:docMkLst>
      <pc:sldChg chg="add">
        <pc:chgData name="ALEJANDRO PEREZ-FERNANDEZ" userId="19c7726bc504792d" providerId="LiveId" clId="{6087DA14-35D9-46A4-91B7-38771414978B}" dt="2024-11-05T15:36:24.267" v="24"/>
        <pc:sldMkLst>
          <pc:docMk/>
          <pc:sldMk cId="3576973773" sldId="292"/>
        </pc:sldMkLst>
      </pc:sldChg>
      <pc:sldChg chg="del">
        <pc:chgData name="ALEJANDRO PEREZ-FERNANDEZ" userId="19c7726bc504792d" providerId="LiveId" clId="{6087DA14-35D9-46A4-91B7-38771414978B}" dt="2024-11-05T15:36:20.053" v="23" actId="2696"/>
        <pc:sldMkLst>
          <pc:docMk/>
          <pc:sldMk cId="3919957759" sldId="292"/>
        </pc:sldMkLst>
      </pc:sldChg>
      <pc:sldChg chg="del">
        <pc:chgData name="ALEJANDRO PEREZ-FERNANDEZ" userId="19c7726bc504792d" providerId="LiveId" clId="{6087DA14-35D9-46A4-91B7-38771414978B}" dt="2024-11-05T15:26:50.600" v="0" actId="2696"/>
        <pc:sldMkLst>
          <pc:docMk/>
          <pc:sldMk cId="1271152693" sldId="299"/>
        </pc:sldMkLst>
      </pc:sldChg>
      <pc:sldChg chg="add">
        <pc:chgData name="ALEJANDRO PEREZ-FERNANDEZ" userId="19c7726bc504792d" providerId="LiveId" clId="{6087DA14-35D9-46A4-91B7-38771414978B}" dt="2024-11-05T15:27:32.778" v="1"/>
        <pc:sldMkLst>
          <pc:docMk/>
          <pc:sldMk cId="3084605341" sldId="299"/>
        </pc:sldMkLst>
      </pc:sldChg>
      <pc:sldChg chg="add">
        <pc:chgData name="ALEJANDRO PEREZ-FERNANDEZ" userId="19c7726bc504792d" providerId="LiveId" clId="{6087DA14-35D9-46A4-91B7-38771414978B}" dt="2024-11-05T15:27:32.778" v="1"/>
        <pc:sldMkLst>
          <pc:docMk/>
          <pc:sldMk cId="3601703869" sldId="300"/>
        </pc:sldMkLst>
      </pc:sldChg>
      <pc:sldChg chg="del">
        <pc:chgData name="ALEJANDRO PEREZ-FERNANDEZ" userId="19c7726bc504792d" providerId="LiveId" clId="{6087DA14-35D9-46A4-91B7-38771414978B}" dt="2024-11-05T15:26:50.600" v="0" actId="2696"/>
        <pc:sldMkLst>
          <pc:docMk/>
          <pc:sldMk cId="3793693833" sldId="300"/>
        </pc:sldMkLst>
      </pc:sldChg>
      <pc:sldChg chg="del">
        <pc:chgData name="ALEJANDRO PEREZ-FERNANDEZ" userId="19c7726bc504792d" providerId="LiveId" clId="{6087DA14-35D9-46A4-91B7-38771414978B}" dt="2024-11-05T15:29:01.984" v="2" actId="2696"/>
        <pc:sldMkLst>
          <pc:docMk/>
          <pc:sldMk cId="104405758" sldId="311"/>
        </pc:sldMkLst>
      </pc:sldChg>
      <pc:sldChg chg="add">
        <pc:chgData name="ALEJANDRO PEREZ-FERNANDEZ" userId="19c7726bc504792d" providerId="LiveId" clId="{6087DA14-35D9-46A4-91B7-38771414978B}" dt="2024-11-05T15:29:19.716" v="3"/>
        <pc:sldMkLst>
          <pc:docMk/>
          <pc:sldMk cId="1448903825" sldId="311"/>
        </pc:sldMkLst>
      </pc:sldChg>
      <pc:sldChg chg="add">
        <pc:chgData name="ALEJANDRO PEREZ-FERNANDEZ" userId="19c7726bc504792d" providerId="LiveId" clId="{6087DA14-35D9-46A4-91B7-38771414978B}" dt="2024-11-05T15:29:19.716" v="3"/>
        <pc:sldMkLst>
          <pc:docMk/>
          <pc:sldMk cId="1035134719" sldId="312"/>
        </pc:sldMkLst>
      </pc:sldChg>
      <pc:sldChg chg="del">
        <pc:chgData name="ALEJANDRO PEREZ-FERNANDEZ" userId="19c7726bc504792d" providerId="LiveId" clId="{6087DA14-35D9-46A4-91B7-38771414978B}" dt="2024-11-05T15:29:01.984" v="2" actId="2696"/>
        <pc:sldMkLst>
          <pc:docMk/>
          <pc:sldMk cId="3744443988" sldId="312"/>
        </pc:sldMkLst>
      </pc:sldChg>
      <pc:sldChg chg="del">
        <pc:chgData name="ALEJANDRO PEREZ-FERNANDEZ" userId="19c7726bc504792d" providerId="LiveId" clId="{6087DA14-35D9-46A4-91B7-38771414978B}" dt="2024-11-05T15:36:20.053" v="23" actId="2696"/>
        <pc:sldMkLst>
          <pc:docMk/>
          <pc:sldMk cId="614593506" sldId="333"/>
        </pc:sldMkLst>
      </pc:sldChg>
      <pc:sldChg chg="add">
        <pc:chgData name="ALEJANDRO PEREZ-FERNANDEZ" userId="19c7726bc504792d" providerId="LiveId" clId="{6087DA14-35D9-46A4-91B7-38771414978B}" dt="2024-11-05T15:36:24.267" v="24"/>
        <pc:sldMkLst>
          <pc:docMk/>
          <pc:sldMk cId="992239316" sldId="333"/>
        </pc:sldMkLst>
      </pc:sldChg>
      <pc:sldChg chg="add">
        <pc:chgData name="ALEJANDRO PEREZ-FERNANDEZ" userId="19c7726bc504792d" providerId="LiveId" clId="{6087DA14-35D9-46A4-91B7-38771414978B}" dt="2024-11-05T15:36:24.267" v="24"/>
        <pc:sldMkLst>
          <pc:docMk/>
          <pc:sldMk cId="825563220" sldId="334"/>
        </pc:sldMkLst>
      </pc:sldChg>
      <pc:sldChg chg="del">
        <pc:chgData name="ALEJANDRO PEREZ-FERNANDEZ" userId="19c7726bc504792d" providerId="LiveId" clId="{6087DA14-35D9-46A4-91B7-38771414978B}" dt="2024-11-05T15:36:20.053" v="23" actId="2696"/>
        <pc:sldMkLst>
          <pc:docMk/>
          <pc:sldMk cId="2676203932" sldId="334"/>
        </pc:sldMkLst>
      </pc:sldChg>
      <pc:sldChg chg="del">
        <pc:chgData name="ALEJANDRO PEREZ-FERNANDEZ" userId="19c7726bc504792d" providerId="LiveId" clId="{6087DA14-35D9-46A4-91B7-38771414978B}" dt="2024-11-05T15:36:20.053" v="23" actId="2696"/>
        <pc:sldMkLst>
          <pc:docMk/>
          <pc:sldMk cId="2279691138" sldId="335"/>
        </pc:sldMkLst>
      </pc:sldChg>
      <pc:sldChg chg="add">
        <pc:chgData name="ALEJANDRO PEREZ-FERNANDEZ" userId="19c7726bc504792d" providerId="LiveId" clId="{6087DA14-35D9-46A4-91B7-38771414978B}" dt="2024-11-05T15:36:24.267" v="24"/>
        <pc:sldMkLst>
          <pc:docMk/>
          <pc:sldMk cId="2603066653" sldId="335"/>
        </pc:sldMkLst>
      </pc:sldChg>
      <pc:sldChg chg="add">
        <pc:chgData name="ALEJANDRO PEREZ-FERNANDEZ" userId="19c7726bc504792d" providerId="LiveId" clId="{6087DA14-35D9-46A4-91B7-38771414978B}" dt="2024-11-05T15:36:24.267" v="24"/>
        <pc:sldMkLst>
          <pc:docMk/>
          <pc:sldMk cId="1736668836" sldId="336"/>
        </pc:sldMkLst>
      </pc:sldChg>
      <pc:sldChg chg="del">
        <pc:chgData name="ALEJANDRO PEREZ-FERNANDEZ" userId="19c7726bc504792d" providerId="LiveId" clId="{6087DA14-35D9-46A4-91B7-38771414978B}" dt="2024-11-05T15:36:20.053" v="23" actId="2696"/>
        <pc:sldMkLst>
          <pc:docMk/>
          <pc:sldMk cId="3590771363" sldId="336"/>
        </pc:sldMkLst>
      </pc:sldChg>
      <pc:sldChg chg="del">
        <pc:chgData name="ALEJANDRO PEREZ-FERNANDEZ" userId="19c7726bc504792d" providerId="LiveId" clId="{6087DA14-35D9-46A4-91B7-38771414978B}" dt="2024-11-05T15:36:20.053" v="23" actId="2696"/>
        <pc:sldMkLst>
          <pc:docMk/>
          <pc:sldMk cId="237526537" sldId="337"/>
        </pc:sldMkLst>
      </pc:sldChg>
      <pc:sldChg chg="add">
        <pc:chgData name="ALEJANDRO PEREZ-FERNANDEZ" userId="19c7726bc504792d" providerId="LiveId" clId="{6087DA14-35D9-46A4-91B7-38771414978B}" dt="2024-11-05T15:36:24.267" v="24"/>
        <pc:sldMkLst>
          <pc:docMk/>
          <pc:sldMk cId="894695970" sldId="337"/>
        </pc:sldMkLst>
      </pc:sldChg>
      <pc:sldChg chg="add">
        <pc:chgData name="ALEJANDRO PEREZ-FERNANDEZ" userId="19c7726bc504792d" providerId="LiveId" clId="{6087DA14-35D9-46A4-91B7-38771414978B}" dt="2024-11-05T15:36:24.267" v="24"/>
        <pc:sldMkLst>
          <pc:docMk/>
          <pc:sldMk cId="1565874067" sldId="338"/>
        </pc:sldMkLst>
      </pc:sldChg>
      <pc:sldChg chg="del">
        <pc:chgData name="ALEJANDRO PEREZ-FERNANDEZ" userId="19c7726bc504792d" providerId="LiveId" clId="{6087DA14-35D9-46A4-91B7-38771414978B}" dt="2024-11-05T15:36:20.053" v="23" actId="2696"/>
        <pc:sldMkLst>
          <pc:docMk/>
          <pc:sldMk cId="3755423165" sldId="338"/>
        </pc:sldMkLst>
      </pc:sldChg>
      <pc:sldChg chg="add">
        <pc:chgData name="ALEJANDRO PEREZ-FERNANDEZ" userId="19c7726bc504792d" providerId="LiveId" clId="{6087DA14-35D9-46A4-91B7-38771414978B}" dt="2024-11-05T15:36:24.267" v="24"/>
        <pc:sldMkLst>
          <pc:docMk/>
          <pc:sldMk cId="1639518874" sldId="339"/>
        </pc:sldMkLst>
      </pc:sldChg>
      <pc:sldChg chg="del">
        <pc:chgData name="ALEJANDRO PEREZ-FERNANDEZ" userId="19c7726bc504792d" providerId="LiveId" clId="{6087DA14-35D9-46A4-91B7-38771414978B}" dt="2024-11-05T15:36:20.053" v="23" actId="2696"/>
        <pc:sldMkLst>
          <pc:docMk/>
          <pc:sldMk cId="2527618658" sldId="339"/>
        </pc:sldMkLst>
      </pc:sldChg>
      <pc:sldChg chg="modSp new mod">
        <pc:chgData name="ALEJANDRO PEREZ-FERNANDEZ" userId="19c7726bc504792d" providerId="LiveId" clId="{6087DA14-35D9-46A4-91B7-38771414978B}" dt="2024-11-05T15:37:14.703" v="83" actId="20577"/>
        <pc:sldMkLst>
          <pc:docMk/>
          <pc:sldMk cId="222377789" sldId="341"/>
        </pc:sldMkLst>
        <pc:spChg chg="mod">
          <ac:chgData name="ALEJANDRO PEREZ-FERNANDEZ" userId="19c7726bc504792d" providerId="LiveId" clId="{6087DA14-35D9-46A4-91B7-38771414978B}" dt="2024-11-05T15:35:56.646" v="22" actId="20577"/>
          <ac:spMkLst>
            <pc:docMk/>
            <pc:sldMk cId="222377789" sldId="341"/>
            <ac:spMk id="2" creationId="{A2E4CD54-15BF-4265-9472-1E76C45BFAB0}"/>
          </ac:spMkLst>
        </pc:spChg>
        <pc:spChg chg="mod">
          <ac:chgData name="ALEJANDRO PEREZ-FERNANDEZ" userId="19c7726bc504792d" providerId="LiveId" clId="{6087DA14-35D9-46A4-91B7-38771414978B}" dt="2024-11-05T15:37:14.703" v="83" actId="20577"/>
          <ac:spMkLst>
            <pc:docMk/>
            <pc:sldMk cId="222377789" sldId="341"/>
            <ac:spMk id="3" creationId="{1BD825E9-1BE8-4682-CA9D-2FB879BD445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0e68a3d88c_3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0e68a3d88c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0e68a3d88c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0e68a3d88c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0e68a3d88c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0e68a3d88c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0e68a3d88c_1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0e68a3d88c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0e68a3d88c_3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0e68a3d88c_3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0e68a3d88c_3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0e68a3d88c_3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0e68a3d88c_3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0e68a3d88c_3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016c2bf7b9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016c2bf7b9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016c2bf7b9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016c2bf7b9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016c2bf7b9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016c2bf7b9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016c2bf7b9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16c2bf7b9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E9B52292-C086-6C24-F8C4-6EED4C149802}"/>
            </a:ext>
          </a:extLst>
        </p:cNvPr>
        <p:cNvGrpSpPr/>
        <p:nvPr/>
      </p:nvGrpSpPr>
      <p:grpSpPr>
        <a:xfrm>
          <a:off x="0" y="0"/>
          <a:ext cx="0" cy="0"/>
          <a:chOff x="0" y="0"/>
          <a:chExt cx="0" cy="0"/>
        </a:xfrm>
      </p:grpSpPr>
      <p:sp>
        <p:nvSpPr>
          <p:cNvPr id="109" name="Google Shape;109;g3016c2bf7b9_0_77:notes">
            <a:extLst>
              <a:ext uri="{FF2B5EF4-FFF2-40B4-BE49-F238E27FC236}">
                <a16:creationId xmlns:a16="http://schemas.microsoft.com/office/drawing/2014/main" id="{9B7EBB04-D23C-A82C-354B-7CD1E4C7AA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16c2bf7b9_0_77:notes">
            <a:extLst>
              <a:ext uri="{FF2B5EF4-FFF2-40B4-BE49-F238E27FC236}">
                <a16:creationId xmlns:a16="http://schemas.microsoft.com/office/drawing/2014/main" id="{B0011403-6A8A-C83C-74D4-8809238438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75480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016c2bf7b9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016c2bf7b9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016c2bf7b9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016c2bf7b9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016c2bf7b9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016c2bf7b9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016c2bf7b9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016c2bf7b9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016c2bf7b9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3016c2bf7b9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264FC9F-946E-C14F-9DEB-382B27EE808C}"/>
            </a:ext>
          </a:extLst>
        </p:cNvPr>
        <p:cNvGrpSpPr/>
        <p:nvPr/>
      </p:nvGrpSpPr>
      <p:grpSpPr>
        <a:xfrm>
          <a:off x="0" y="0"/>
          <a:ext cx="0" cy="0"/>
          <a:chOff x="0" y="0"/>
          <a:chExt cx="0" cy="0"/>
        </a:xfrm>
      </p:grpSpPr>
      <p:sp>
        <p:nvSpPr>
          <p:cNvPr id="97" name="Google Shape;97;g3016c2bf7b9_0_67:notes">
            <a:extLst>
              <a:ext uri="{FF2B5EF4-FFF2-40B4-BE49-F238E27FC236}">
                <a16:creationId xmlns:a16="http://schemas.microsoft.com/office/drawing/2014/main" id="{A9E86213-FB1F-4FBB-89B3-CAAEBE5717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016c2bf7b9_0_67:notes">
            <a:extLst>
              <a:ext uri="{FF2B5EF4-FFF2-40B4-BE49-F238E27FC236}">
                <a16:creationId xmlns:a16="http://schemas.microsoft.com/office/drawing/2014/main" id="{C1FF5186-7830-E953-8797-925E070630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315612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016c2bf7b9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016c2bf7b9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96AFE4CD-1DE9-18F3-50D3-A1197F019729}"/>
            </a:ext>
          </a:extLst>
        </p:cNvPr>
        <p:cNvGrpSpPr/>
        <p:nvPr/>
      </p:nvGrpSpPr>
      <p:grpSpPr>
        <a:xfrm>
          <a:off x="0" y="0"/>
          <a:ext cx="0" cy="0"/>
          <a:chOff x="0" y="0"/>
          <a:chExt cx="0" cy="0"/>
        </a:xfrm>
      </p:grpSpPr>
      <p:sp>
        <p:nvSpPr>
          <p:cNvPr id="109" name="Google Shape;109;g3016c2bf7b9_0_77:notes">
            <a:extLst>
              <a:ext uri="{FF2B5EF4-FFF2-40B4-BE49-F238E27FC236}">
                <a16:creationId xmlns:a16="http://schemas.microsoft.com/office/drawing/2014/main" id="{EE2FD574-1E2C-1C19-5A8A-2F2C12D5E6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16c2bf7b9_0_77:notes">
            <a:extLst>
              <a:ext uri="{FF2B5EF4-FFF2-40B4-BE49-F238E27FC236}">
                <a16:creationId xmlns:a16="http://schemas.microsoft.com/office/drawing/2014/main" id="{7D711DFB-EC48-BB8D-E23C-8E5F5DCEDA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20044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4A76E37-CFA3-F0B1-2538-7F8DD9BF2063}"/>
            </a:ext>
          </a:extLst>
        </p:cNvPr>
        <p:cNvGrpSpPr/>
        <p:nvPr/>
      </p:nvGrpSpPr>
      <p:grpSpPr>
        <a:xfrm>
          <a:off x="0" y="0"/>
          <a:ext cx="0" cy="0"/>
          <a:chOff x="0" y="0"/>
          <a:chExt cx="0" cy="0"/>
        </a:xfrm>
      </p:grpSpPr>
      <p:sp>
        <p:nvSpPr>
          <p:cNvPr id="115" name="Google Shape;115;g3016c2bf7b9_0_17:notes">
            <a:extLst>
              <a:ext uri="{FF2B5EF4-FFF2-40B4-BE49-F238E27FC236}">
                <a16:creationId xmlns:a16="http://schemas.microsoft.com/office/drawing/2014/main" id="{72116F09-7AB9-B7ED-769F-F7DF4ADB5C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016c2bf7b9_0_17:notes">
            <a:extLst>
              <a:ext uri="{FF2B5EF4-FFF2-40B4-BE49-F238E27FC236}">
                <a16:creationId xmlns:a16="http://schemas.microsoft.com/office/drawing/2014/main" id="{68BE88C8-26EC-A832-C908-8E25EDBED7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03177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a:extLst>
            <a:ext uri="{FF2B5EF4-FFF2-40B4-BE49-F238E27FC236}">
              <a16:creationId xmlns:a16="http://schemas.microsoft.com/office/drawing/2014/main" id="{F1C58DDD-9F89-0460-BF6C-A77610DE26C4}"/>
            </a:ext>
          </a:extLst>
        </p:cNvPr>
        <p:cNvGrpSpPr/>
        <p:nvPr/>
      </p:nvGrpSpPr>
      <p:grpSpPr>
        <a:xfrm>
          <a:off x="0" y="0"/>
          <a:ext cx="0" cy="0"/>
          <a:chOff x="0" y="0"/>
          <a:chExt cx="0" cy="0"/>
        </a:xfrm>
      </p:grpSpPr>
      <p:sp>
        <p:nvSpPr>
          <p:cNvPr id="121" name="Google Shape;121;g3016c2bf7b9_0_52:notes">
            <a:extLst>
              <a:ext uri="{FF2B5EF4-FFF2-40B4-BE49-F238E27FC236}">
                <a16:creationId xmlns:a16="http://schemas.microsoft.com/office/drawing/2014/main" id="{0C69479B-5F68-6842-7B8A-DB3E3BAD68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016c2bf7b9_0_52:notes">
            <a:extLst>
              <a:ext uri="{FF2B5EF4-FFF2-40B4-BE49-F238E27FC236}">
                <a16:creationId xmlns:a16="http://schemas.microsoft.com/office/drawing/2014/main" id="{B7E8DACA-69A6-D705-6A5D-A45B26C119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72455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7E3A34A7-0A41-F4EC-B740-46984525CF96}"/>
            </a:ext>
          </a:extLst>
        </p:cNvPr>
        <p:cNvGrpSpPr/>
        <p:nvPr/>
      </p:nvGrpSpPr>
      <p:grpSpPr>
        <a:xfrm>
          <a:off x="0" y="0"/>
          <a:ext cx="0" cy="0"/>
          <a:chOff x="0" y="0"/>
          <a:chExt cx="0" cy="0"/>
        </a:xfrm>
      </p:grpSpPr>
      <p:sp>
        <p:nvSpPr>
          <p:cNvPr id="127" name="Google Shape;127;g3016c2bf7b9_0_22:notes">
            <a:extLst>
              <a:ext uri="{FF2B5EF4-FFF2-40B4-BE49-F238E27FC236}">
                <a16:creationId xmlns:a16="http://schemas.microsoft.com/office/drawing/2014/main" id="{2FBBEE9B-4C0F-F41D-23D4-79F7D5CB6E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016c2bf7b9_0_22:notes">
            <a:extLst>
              <a:ext uri="{FF2B5EF4-FFF2-40B4-BE49-F238E27FC236}">
                <a16:creationId xmlns:a16="http://schemas.microsoft.com/office/drawing/2014/main" id="{0A910190-AD08-1047-8695-085EE7A858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24636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BB9E2AC8-1B4E-ACCF-603E-996A668D45CB}"/>
            </a:ext>
          </a:extLst>
        </p:cNvPr>
        <p:cNvGrpSpPr/>
        <p:nvPr/>
      </p:nvGrpSpPr>
      <p:grpSpPr>
        <a:xfrm>
          <a:off x="0" y="0"/>
          <a:ext cx="0" cy="0"/>
          <a:chOff x="0" y="0"/>
          <a:chExt cx="0" cy="0"/>
        </a:xfrm>
      </p:grpSpPr>
      <p:sp>
        <p:nvSpPr>
          <p:cNvPr id="133" name="Google Shape;133;g3016c2bf7b9_0_57:notes">
            <a:extLst>
              <a:ext uri="{FF2B5EF4-FFF2-40B4-BE49-F238E27FC236}">
                <a16:creationId xmlns:a16="http://schemas.microsoft.com/office/drawing/2014/main" id="{52DBB969-DBC9-47FF-97FF-A72F378104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016c2bf7b9_0_57:notes">
            <a:extLst>
              <a:ext uri="{FF2B5EF4-FFF2-40B4-BE49-F238E27FC236}">
                <a16:creationId xmlns:a16="http://schemas.microsoft.com/office/drawing/2014/main" id="{B6F47C23-7741-7D6D-97C3-BBCBC79791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38610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a:extLst>
            <a:ext uri="{FF2B5EF4-FFF2-40B4-BE49-F238E27FC236}">
              <a16:creationId xmlns:a16="http://schemas.microsoft.com/office/drawing/2014/main" id="{FF014010-9AC0-7A4C-36BD-14A814F4C4C2}"/>
            </a:ext>
          </a:extLst>
        </p:cNvPr>
        <p:cNvGrpSpPr/>
        <p:nvPr/>
      </p:nvGrpSpPr>
      <p:grpSpPr>
        <a:xfrm>
          <a:off x="0" y="0"/>
          <a:ext cx="0" cy="0"/>
          <a:chOff x="0" y="0"/>
          <a:chExt cx="0" cy="0"/>
        </a:xfrm>
      </p:grpSpPr>
      <p:sp>
        <p:nvSpPr>
          <p:cNvPr id="139" name="Google Shape;139;g3016c2bf7b9_0_32:notes">
            <a:extLst>
              <a:ext uri="{FF2B5EF4-FFF2-40B4-BE49-F238E27FC236}">
                <a16:creationId xmlns:a16="http://schemas.microsoft.com/office/drawing/2014/main" id="{D793BF18-6087-D5D9-CC67-2A60A25E2D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3016c2bf7b9_0_32:notes">
            <a:extLst>
              <a:ext uri="{FF2B5EF4-FFF2-40B4-BE49-F238E27FC236}">
                <a16:creationId xmlns:a16="http://schemas.microsoft.com/office/drawing/2014/main" id="{16DEB7FB-3AE3-A320-281C-5BAB22CD6B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134193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F2E3129F-CDE0-0654-3EEC-4EA8CAE8FA97}"/>
            </a:ext>
          </a:extLst>
        </p:cNvPr>
        <p:cNvGrpSpPr/>
        <p:nvPr/>
      </p:nvGrpSpPr>
      <p:grpSpPr>
        <a:xfrm>
          <a:off x="0" y="0"/>
          <a:ext cx="0" cy="0"/>
          <a:chOff x="0" y="0"/>
          <a:chExt cx="0" cy="0"/>
        </a:xfrm>
      </p:grpSpPr>
      <p:sp>
        <p:nvSpPr>
          <p:cNvPr id="97" name="Google Shape;97;g3016c2bf7b9_0_67:notes">
            <a:extLst>
              <a:ext uri="{FF2B5EF4-FFF2-40B4-BE49-F238E27FC236}">
                <a16:creationId xmlns:a16="http://schemas.microsoft.com/office/drawing/2014/main" id="{ECD03B97-C6E7-66FE-2318-229559799C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016c2bf7b9_0_67:notes">
            <a:extLst>
              <a:ext uri="{FF2B5EF4-FFF2-40B4-BE49-F238E27FC236}">
                <a16:creationId xmlns:a16="http://schemas.microsoft.com/office/drawing/2014/main" id="{002158CF-CB61-021B-1FBF-88CDC0A839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903789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a:extLst>
            <a:ext uri="{FF2B5EF4-FFF2-40B4-BE49-F238E27FC236}">
              <a16:creationId xmlns:a16="http://schemas.microsoft.com/office/drawing/2014/main" id="{A005880E-E433-C594-D07A-D00BCE177BCA}"/>
            </a:ext>
          </a:extLst>
        </p:cNvPr>
        <p:cNvGrpSpPr/>
        <p:nvPr/>
      </p:nvGrpSpPr>
      <p:grpSpPr>
        <a:xfrm>
          <a:off x="0" y="0"/>
          <a:ext cx="0" cy="0"/>
          <a:chOff x="0" y="0"/>
          <a:chExt cx="0" cy="0"/>
        </a:xfrm>
      </p:grpSpPr>
      <p:sp>
        <p:nvSpPr>
          <p:cNvPr id="145" name="Google Shape;145;g3016c2bf7b9_0_37:notes">
            <a:extLst>
              <a:ext uri="{FF2B5EF4-FFF2-40B4-BE49-F238E27FC236}">
                <a16:creationId xmlns:a16="http://schemas.microsoft.com/office/drawing/2014/main" id="{D1A6A684-7EE1-C28C-D17B-AF46FE0F43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016c2bf7b9_0_37:notes">
            <a:extLst>
              <a:ext uri="{FF2B5EF4-FFF2-40B4-BE49-F238E27FC236}">
                <a16:creationId xmlns:a16="http://schemas.microsoft.com/office/drawing/2014/main" id="{9D122A66-F099-D569-7AD1-BB9E4BEA5F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604091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F3CB0C49-04F9-095E-482D-8EA97BF6A2CB}"/>
            </a:ext>
          </a:extLst>
        </p:cNvPr>
        <p:cNvGrpSpPr/>
        <p:nvPr/>
      </p:nvGrpSpPr>
      <p:grpSpPr>
        <a:xfrm>
          <a:off x="0" y="0"/>
          <a:ext cx="0" cy="0"/>
          <a:chOff x="0" y="0"/>
          <a:chExt cx="0" cy="0"/>
        </a:xfrm>
      </p:grpSpPr>
      <p:sp>
        <p:nvSpPr>
          <p:cNvPr id="109" name="Google Shape;109;g3016c2bf7b9_0_77:notes">
            <a:extLst>
              <a:ext uri="{FF2B5EF4-FFF2-40B4-BE49-F238E27FC236}">
                <a16:creationId xmlns:a16="http://schemas.microsoft.com/office/drawing/2014/main" id="{74FAFB90-92D2-C3AE-F6D5-7C32E7208B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16c2bf7b9_0_77:notes">
            <a:extLst>
              <a:ext uri="{FF2B5EF4-FFF2-40B4-BE49-F238E27FC236}">
                <a16:creationId xmlns:a16="http://schemas.microsoft.com/office/drawing/2014/main" id="{2076D274-DA47-865D-A4FA-662B9DD172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539433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874998A-4BEB-B1E8-6F44-DD8887781F3B}"/>
            </a:ext>
          </a:extLst>
        </p:cNvPr>
        <p:cNvGrpSpPr/>
        <p:nvPr/>
      </p:nvGrpSpPr>
      <p:grpSpPr>
        <a:xfrm>
          <a:off x="0" y="0"/>
          <a:ext cx="0" cy="0"/>
          <a:chOff x="0" y="0"/>
          <a:chExt cx="0" cy="0"/>
        </a:xfrm>
      </p:grpSpPr>
      <p:sp>
        <p:nvSpPr>
          <p:cNvPr id="115" name="Google Shape;115;g3016c2bf7b9_0_17:notes">
            <a:extLst>
              <a:ext uri="{FF2B5EF4-FFF2-40B4-BE49-F238E27FC236}">
                <a16:creationId xmlns:a16="http://schemas.microsoft.com/office/drawing/2014/main" id="{EDC3A9B2-D3CB-092C-F44C-B5F62FA506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016c2bf7b9_0_17:notes">
            <a:extLst>
              <a:ext uri="{FF2B5EF4-FFF2-40B4-BE49-F238E27FC236}">
                <a16:creationId xmlns:a16="http://schemas.microsoft.com/office/drawing/2014/main" id="{1D9FB9E7-4E59-E460-8A48-E0BCD24482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97662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a:extLst>
            <a:ext uri="{FF2B5EF4-FFF2-40B4-BE49-F238E27FC236}">
              <a16:creationId xmlns:a16="http://schemas.microsoft.com/office/drawing/2014/main" id="{83DED9CC-1286-DBCD-6FC1-EFA3A0F27E54}"/>
            </a:ext>
          </a:extLst>
        </p:cNvPr>
        <p:cNvGrpSpPr/>
        <p:nvPr/>
      </p:nvGrpSpPr>
      <p:grpSpPr>
        <a:xfrm>
          <a:off x="0" y="0"/>
          <a:ext cx="0" cy="0"/>
          <a:chOff x="0" y="0"/>
          <a:chExt cx="0" cy="0"/>
        </a:xfrm>
      </p:grpSpPr>
      <p:sp>
        <p:nvSpPr>
          <p:cNvPr id="121" name="Google Shape;121;g3016c2bf7b9_0_52:notes">
            <a:extLst>
              <a:ext uri="{FF2B5EF4-FFF2-40B4-BE49-F238E27FC236}">
                <a16:creationId xmlns:a16="http://schemas.microsoft.com/office/drawing/2014/main" id="{46F51565-7775-CE68-3C95-B547BCDA3B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016c2bf7b9_0_52:notes">
            <a:extLst>
              <a:ext uri="{FF2B5EF4-FFF2-40B4-BE49-F238E27FC236}">
                <a16:creationId xmlns:a16="http://schemas.microsoft.com/office/drawing/2014/main" id="{A5A74D94-FCF6-1E96-747C-ABB006A62B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502785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60F32B8F-EA91-4ED2-5A9A-CD690ECE07D9}"/>
            </a:ext>
          </a:extLst>
        </p:cNvPr>
        <p:cNvGrpSpPr/>
        <p:nvPr/>
      </p:nvGrpSpPr>
      <p:grpSpPr>
        <a:xfrm>
          <a:off x="0" y="0"/>
          <a:ext cx="0" cy="0"/>
          <a:chOff x="0" y="0"/>
          <a:chExt cx="0" cy="0"/>
        </a:xfrm>
      </p:grpSpPr>
      <p:sp>
        <p:nvSpPr>
          <p:cNvPr id="127" name="Google Shape;127;g3016c2bf7b9_0_22:notes">
            <a:extLst>
              <a:ext uri="{FF2B5EF4-FFF2-40B4-BE49-F238E27FC236}">
                <a16:creationId xmlns:a16="http://schemas.microsoft.com/office/drawing/2014/main" id="{729B1E78-4ABC-3391-75F5-CAC4CEEE18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016c2bf7b9_0_22:notes">
            <a:extLst>
              <a:ext uri="{FF2B5EF4-FFF2-40B4-BE49-F238E27FC236}">
                <a16:creationId xmlns:a16="http://schemas.microsoft.com/office/drawing/2014/main" id="{68F22AD9-96B7-4D7B-5C98-82A003829F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209911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DA8F9052-D9DD-1E14-F4A2-2081DDFD37AA}"/>
            </a:ext>
          </a:extLst>
        </p:cNvPr>
        <p:cNvGrpSpPr/>
        <p:nvPr/>
      </p:nvGrpSpPr>
      <p:grpSpPr>
        <a:xfrm>
          <a:off x="0" y="0"/>
          <a:ext cx="0" cy="0"/>
          <a:chOff x="0" y="0"/>
          <a:chExt cx="0" cy="0"/>
        </a:xfrm>
      </p:grpSpPr>
      <p:sp>
        <p:nvSpPr>
          <p:cNvPr id="133" name="Google Shape;133;g3016c2bf7b9_0_57:notes">
            <a:extLst>
              <a:ext uri="{FF2B5EF4-FFF2-40B4-BE49-F238E27FC236}">
                <a16:creationId xmlns:a16="http://schemas.microsoft.com/office/drawing/2014/main" id="{3E1D354E-6884-3702-0028-D9B3C29C70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016c2bf7b9_0_57:notes">
            <a:extLst>
              <a:ext uri="{FF2B5EF4-FFF2-40B4-BE49-F238E27FC236}">
                <a16:creationId xmlns:a16="http://schemas.microsoft.com/office/drawing/2014/main" id="{5ACD3A08-1F71-F6B3-7828-C6E52E5C3A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15500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a:extLst>
            <a:ext uri="{FF2B5EF4-FFF2-40B4-BE49-F238E27FC236}">
              <a16:creationId xmlns:a16="http://schemas.microsoft.com/office/drawing/2014/main" id="{BC161044-82DD-5DE2-AB07-26E61636CAF3}"/>
            </a:ext>
          </a:extLst>
        </p:cNvPr>
        <p:cNvGrpSpPr/>
        <p:nvPr/>
      </p:nvGrpSpPr>
      <p:grpSpPr>
        <a:xfrm>
          <a:off x="0" y="0"/>
          <a:ext cx="0" cy="0"/>
          <a:chOff x="0" y="0"/>
          <a:chExt cx="0" cy="0"/>
        </a:xfrm>
      </p:grpSpPr>
      <p:sp>
        <p:nvSpPr>
          <p:cNvPr id="139" name="Google Shape;139;g3016c2bf7b9_0_32:notes">
            <a:extLst>
              <a:ext uri="{FF2B5EF4-FFF2-40B4-BE49-F238E27FC236}">
                <a16:creationId xmlns:a16="http://schemas.microsoft.com/office/drawing/2014/main" id="{FC2F4CEC-C193-841E-8990-21B25B214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3016c2bf7b9_0_32:notes">
            <a:extLst>
              <a:ext uri="{FF2B5EF4-FFF2-40B4-BE49-F238E27FC236}">
                <a16:creationId xmlns:a16="http://schemas.microsoft.com/office/drawing/2014/main" id="{13B5DDBF-E516-4F68-E9EA-0DEEC5E959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72324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582630E9-40F1-DC83-B875-9D81B1C4A66E}"/>
            </a:ext>
          </a:extLst>
        </p:cNvPr>
        <p:cNvGrpSpPr/>
        <p:nvPr/>
      </p:nvGrpSpPr>
      <p:grpSpPr>
        <a:xfrm>
          <a:off x="0" y="0"/>
          <a:ext cx="0" cy="0"/>
          <a:chOff x="0" y="0"/>
          <a:chExt cx="0" cy="0"/>
        </a:xfrm>
      </p:grpSpPr>
      <p:sp>
        <p:nvSpPr>
          <p:cNvPr id="97" name="Google Shape;97;g3016c2bf7b9_0_67:notes">
            <a:extLst>
              <a:ext uri="{FF2B5EF4-FFF2-40B4-BE49-F238E27FC236}">
                <a16:creationId xmlns:a16="http://schemas.microsoft.com/office/drawing/2014/main" id="{9EADFE0F-1BAD-A975-CC04-1037A7ECD8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016c2bf7b9_0_67:notes">
            <a:extLst>
              <a:ext uri="{FF2B5EF4-FFF2-40B4-BE49-F238E27FC236}">
                <a16:creationId xmlns:a16="http://schemas.microsoft.com/office/drawing/2014/main" id="{8285752D-2AFB-7572-A2A6-D3A4ED08DA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15502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a:extLst>
            <a:ext uri="{FF2B5EF4-FFF2-40B4-BE49-F238E27FC236}">
              <a16:creationId xmlns:a16="http://schemas.microsoft.com/office/drawing/2014/main" id="{E0975D8C-0A6D-14D7-ACDC-C182A9233996}"/>
            </a:ext>
          </a:extLst>
        </p:cNvPr>
        <p:cNvGrpSpPr/>
        <p:nvPr/>
      </p:nvGrpSpPr>
      <p:grpSpPr>
        <a:xfrm>
          <a:off x="0" y="0"/>
          <a:ext cx="0" cy="0"/>
          <a:chOff x="0" y="0"/>
          <a:chExt cx="0" cy="0"/>
        </a:xfrm>
      </p:grpSpPr>
      <p:sp>
        <p:nvSpPr>
          <p:cNvPr id="145" name="Google Shape;145;g3016c2bf7b9_0_37:notes">
            <a:extLst>
              <a:ext uri="{FF2B5EF4-FFF2-40B4-BE49-F238E27FC236}">
                <a16:creationId xmlns:a16="http://schemas.microsoft.com/office/drawing/2014/main" id="{6F0DC397-8A71-BB56-8745-A3B7EC4754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016c2bf7b9_0_37:notes">
            <a:extLst>
              <a:ext uri="{FF2B5EF4-FFF2-40B4-BE49-F238E27FC236}">
                <a16:creationId xmlns:a16="http://schemas.microsoft.com/office/drawing/2014/main" id="{C259BEB6-5850-9F29-11A4-B830948FC9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912602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8640CF1A-871B-4100-81FE-EBC412D6D089}"/>
            </a:ext>
          </a:extLst>
        </p:cNvPr>
        <p:cNvGrpSpPr/>
        <p:nvPr/>
      </p:nvGrpSpPr>
      <p:grpSpPr>
        <a:xfrm>
          <a:off x="0" y="0"/>
          <a:ext cx="0" cy="0"/>
          <a:chOff x="0" y="0"/>
          <a:chExt cx="0" cy="0"/>
        </a:xfrm>
      </p:grpSpPr>
      <p:sp>
        <p:nvSpPr>
          <p:cNvPr id="109" name="Google Shape;109;g3016c2bf7b9_0_77:notes">
            <a:extLst>
              <a:ext uri="{FF2B5EF4-FFF2-40B4-BE49-F238E27FC236}">
                <a16:creationId xmlns:a16="http://schemas.microsoft.com/office/drawing/2014/main" id="{BF8F239D-082D-7E25-F142-A4C89D197F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16c2bf7b9_0_77:notes">
            <a:extLst>
              <a:ext uri="{FF2B5EF4-FFF2-40B4-BE49-F238E27FC236}">
                <a16:creationId xmlns:a16="http://schemas.microsoft.com/office/drawing/2014/main" id="{971E5D19-BC0B-4648-6EF5-FEF1EFA2C3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31323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3F2BE26-895F-41E2-6251-2CA26B4CE500}"/>
            </a:ext>
          </a:extLst>
        </p:cNvPr>
        <p:cNvGrpSpPr/>
        <p:nvPr/>
      </p:nvGrpSpPr>
      <p:grpSpPr>
        <a:xfrm>
          <a:off x="0" y="0"/>
          <a:ext cx="0" cy="0"/>
          <a:chOff x="0" y="0"/>
          <a:chExt cx="0" cy="0"/>
        </a:xfrm>
      </p:grpSpPr>
      <p:sp>
        <p:nvSpPr>
          <p:cNvPr id="115" name="Google Shape;115;g3016c2bf7b9_0_17:notes">
            <a:extLst>
              <a:ext uri="{FF2B5EF4-FFF2-40B4-BE49-F238E27FC236}">
                <a16:creationId xmlns:a16="http://schemas.microsoft.com/office/drawing/2014/main" id="{D4CE02F4-2E1E-71C9-5F09-4958B2B64D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016c2bf7b9_0_17:notes">
            <a:extLst>
              <a:ext uri="{FF2B5EF4-FFF2-40B4-BE49-F238E27FC236}">
                <a16:creationId xmlns:a16="http://schemas.microsoft.com/office/drawing/2014/main" id="{01EF4B92-FB0A-D75C-DA32-BD3AC51A30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460557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a:extLst>
            <a:ext uri="{FF2B5EF4-FFF2-40B4-BE49-F238E27FC236}">
              <a16:creationId xmlns:a16="http://schemas.microsoft.com/office/drawing/2014/main" id="{E27C7A06-CBDA-301B-DD91-9E21B8EF0D3C}"/>
            </a:ext>
          </a:extLst>
        </p:cNvPr>
        <p:cNvGrpSpPr/>
        <p:nvPr/>
      </p:nvGrpSpPr>
      <p:grpSpPr>
        <a:xfrm>
          <a:off x="0" y="0"/>
          <a:ext cx="0" cy="0"/>
          <a:chOff x="0" y="0"/>
          <a:chExt cx="0" cy="0"/>
        </a:xfrm>
      </p:grpSpPr>
      <p:sp>
        <p:nvSpPr>
          <p:cNvPr id="121" name="Google Shape;121;g3016c2bf7b9_0_52:notes">
            <a:extLst>
              <a:ext uri="{FF2B5EF4-FFF2-40B4-BE49-F238E27FC236}">
                <a16:creationId xmlns:a16="http://schemas.microsoft.com/office/drawing/2014/main" id="{9B1DE2B4-CBDA-4571-89A6-AD69CAFD57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016c2bf7b9_0_52:notes">
            <a:extLst>
              <a:ext uri="{FF2B5EF4-FFF2-40B4-BE49-F238E27FC236}">
                <a16:creationId xmlns:a16="http://schemas.microsoft.com/office/drawing/2014/main" id="{8052DC17-E3CB-AC40-6327-77123AC6B3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3632246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6B0DB777-B6AF-69D4-0271-644CF0C7E471}"/>
            </a:ext>
          </a:extLst>
        </p:cNvPr>
        <p:cNvGrpSpPr/>
        <p:nvPr/>
      </p:nvGrpSpPr>
      <p:grpSpPr>
        <a:xfrm>
          <a:off x="0" y="0"/>
          <a:ext cx="0" cy="0"/>
          <a:chOff x="0" y="0"/>
          <a:chExt cx="0" cy="0"/>
        </a:xfrm>
      </p:grpSpPr>
      <p:sp>
        <p:nvSpPr>
          <p:cNvPr id="127" name="Google Shape;127;g3016c2bf7b9_0_22:notes">
            <a:extLst>
              <a:ext uri="{FF2B5EF4-FFF2-40B4-BE49-F238E27FC236}">
                <a16:creationId xmlns:a16="http://schemas.microsoft.com/office/drawing/2014/main" id="{C46CB21B-A639-B480-B533-9F941064ED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016c2bf7b9_0_22:notes">
            <a:extLst>
              <a:ext uri="{FF2B5EF4-FFF2-40B4-BE49-F238E27FC236}">
                <a16:creationId xmlns:a16="http://schemas.microsoft.com/office/drawing/2014/main" id="{E00D05BC-82D2-01EC-B8AD-A5E861F6FFB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3018164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2FE13E46-DB8D-1E3E-3432-4A062EF95C60}"/>
            </a:ext>
          </a:extLst>
        </p:cNvPr>
        <p:cNvGrpSpPr/>
        <p:nvPr/>
      </p:nvGrpSpPr>
      <p:grpSpPr>
        <a:xfrm>
          <a:off x="0" y="0"/>
          <a:ext cx="0" cy="0"/>
          <a:chOff x="0" y="0"/>
          <a:chExt cx="0" cy="0"/>
        </a:xfrm>
      </p:grpSpPr>
      <p:sp>
        <p:nvSpPr>
          <p:cNvPr id="133" name="Google Shape;133;g3016c2bf7b9_0_57:notes">
            <a:extLst>
              <a:ext uri="{FF2B5EF4-FFF2-40B4-BE49-F238E27FC236}">
                <a16:creationId xmlns:a16="http://schemas.microsoft.com/office/drawing/2014/main" id="{A818F144-A6C5-3987-B4C3-D91E2A3E99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016c2bf7b9_0_57:notes">
            <a:extLst>
              <a:ext uri="{FF2B5EF4-FFF2-40B4-BE49-F238E27FC236}">
                <a16:creationId xmlns:a16="http://schemas.microsoft.com/office/drawing/2014/main" id="{DE3AB771-2B09-9487-096B-E7D02FE0F6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1492031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a:extLst>
            <a:ext uri="{FF2B5EF4-FFF2-40B4-BE49-F238E27FC236}">
              <a16:creationId xmlns:a16="http://schemas.microsoft.com/office/drawing/2014/main" id="{051D104B-80C9-CD5F-718B-2564E77EFB85}"/>
            </a:ext>
          </a:extLst>
        </p:cNvPr>
        <p:cNvGrpSpPr/>
        <p:nvPr/>
      </p:nvGrpSpPr>
      <p:grpSpPr>
        <a:xfrm>
          <a:off x="0" y="0"/>
          <a:ext cx="0" cy="0"/>
          <a:chOff x="0" y="0"/>
          <a:chExt cx="0" cy="0"/>
        </a:xfrm>
      </p:grpSpPr>
      <p:sp>
        <p:nvSpPr>
          <p:cNvPr id="139" name="Google Shape;139;g3016c2bf7b9_0_32:notes">
            <a:extLst>
              <a:ext uri="{FF2B5EF4-FFF2-40B4-BE49-F238E27FC236}">
                <a16:creationId xmlns:a16="http://schemas.microsoft.com/office/drawing/2014/main" id="{2533C1C5-20E4-2900-622A-C528E0BE98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3016c2bf7b9_0_32:notes">
            <a:extLst>
              <a:ext uri="{FF2B5EF4-FFF2-40B4-BE49-F238E27FC236}">
                <a16:creationId xmlns:a16="http://schemas.microsoft.com/office/drawing/2014/main" id="{849DCD71-2E5D-0486-ACEE-7D9B38603C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2874134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BC5074CC-6C49-2F00-EBDE-178D19C92313}"/>
            </a:ext>
          </a:extLst>
        </p:cNvPr>
        <p:cNvGrpSpPr/>
        <p:nvPr/>
      </p:nvGrpSpPr>
      <p:grpSpPr>
        <a:xfrm>
          <a:off x="0" y="0"/>
          <a:ext cx="0" cy="0"/>
          <a:chOff x="0" y="0"/>
          <a:chExt cx="0" cy="0"/>
        </a:xfrm>
      </p:grpSpPr>
      <p:sp>
        <p:nvSpPr>
          <p:cNvPr id="97" name="Google Shape;97;g3016c2bf7b9_0_67:notes">
            <a:extLst>
              <a:ext uri="{FF2B5EF4-FFF2-40B4-BE49-F238E27FC236}">
                <a16:creationId xmlns:a16="http://schemas.microsoft.com/office/drawing/2014/main" id="{E2C27D49-FD16-64D6-CDC0-8360272405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016c2bf7b9_0_67:notes">
            <a:extLst>
              <a:ext uri="{FF2B5EF4-FFF2-40B4-BE49-F238E27FC236}">
                <a16:creationId xmlns:a16="http://schemas.microsoft.com/office/drawing/2014/main" id="{1AB81DC8-A98A-48F7-CEAD-D93B696AEA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6653514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a:extLst>
            <a:ext uri="{FF2B5EF4-FFF2-40B4-BE49-F238E27FC236}">
              <a16:creationId xmlns:a16="http://schemas.microsoft.com/office/drawing/2014/main" id="{0A033FDC-B5AB-B5C2-4173-1E778734465A}"/>
            </a:ext>
          </a:extLst>
        </p:cNvPr>
        <p:cNvGrpSpPr/>
        <p:nvPr/>
      </p:nvGrpSpPr>
      <p:grpSpPr>
        <a:xfrm>
          <a:off x="0" y="0"/>
          <a:ext cx="0" cy="0"/>
          <a:chOff x="0" y="0"/>
          <a:chExt cx="0" cy="0"/>
        </a:xfrm>
      </p:grpSpPr>
      <p:sp>
        <p:nvSpPr>
          <p:cNvPr id="145" name="Google Shape;145;g3016c2bf7b9_0_37:notes">
            <a:extLst>
              <a:ext uri="{FF2B5EF4-FFF2-40B4-BE49-F238E27FC236}">
                <a16:creationId xmlns:a16="http://schemas.microsoft.com/office/drawing/2014/main" id="{76AF5589-6E81-166C-CF21-910B604262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016c2bf7b9_0_37:notes">
            <a:extLst>
              <a:ext uri="{FF2B5EF4-FFF2-40B4-BE49-F238E27FC236}">
                <a16:creationId xmlns:a16="http://schemas.microsoft.com/office/drawing/2014/main" id="{A74D01F7-4FDD-E6CB-602B-5277A2D9F2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3306396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3CAB161C-B4C8-9922-0D1D-838ACB8276F5}"/>
            </a:ext>
          </a:extLst>
        </p:cNvPr>
        <p:cNvGrpSpPr/>
        <p:nvPr/>
      </p:nvGrpSpPr>
      <p:grpSpPr>
        <a:xfrm>
          <a:off x="0" y="0"/>
          <a:ext cx="0" cy="0"/>
          <a:chOff x="0" y="0"/>
          <a:chExt cx="0" cy="0"/>
        </a:xfrm>
      </p:grpSpPr>
      <p:sp>
        <p:nvSpPr>
          <p:cNvPr id="109" name="Google Shape;109;g3016c2bf7b9_0_77:notes">
            <a:extLst>
              <a:ext uri="{FF2B5EF4-FFF2-40B4-BE49-F238E27FC236}">
                <a16:creationId xmlns:a16="http://schemas.microsoft.com/office/drawing/2014/main" id="{DF858E08-576B-6F14-E1FF-6A681F485E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16c2bf7b9_0_77:notes">
            <a:extLst>
              <a:ext uri="{FF2B5EF4-FFF2-40B4-BE49-F238E27FC236}">
                <a16:creationId xmlns:a16="http://schemas.microsoft.com/office/drawing/2014/main" id="{4889C684-9810-38C5-A4A5-63C7B07E46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557461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016c2bf7b9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016c2bf7b9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14211580-5921-45FE-EECE-E9DC6BF293D7}"/>
            </a:ext>
          </a:extLst>
        </p:cNvPr>
        <p:cNvGrpSpPr/>
        <p:nvPr/>
      </p:nvGrpSpPr>
      <p:grpSpPr>
        <a:xfrm>
          <a:off x="0" y="0"/>
          <a:ext cx="0" cy="0"/>
          <a:chOff x="0" y="0"/>
          <a:chExt cx="0" cy="0"/>
        </a:xfrm>
      </p:grpSpPr>
      <p:sp>
        <p:nvSpPr>
          <p:cNvPr id="97" name="Google Shape;97;g3016c2bf7b9_0_67:notes">
            <a:extLst>
              <a:ext uri="{FF2B5EF4-FFF2-40B4-BE49-F238E27FC236}">
                <a16:creationId xmlns:a16="http://schemas.microsoft.com/office/drawing/2014/main" id="{FF98AE3F-01BE-33A7-0E12-819A5265D8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016c2bf7b9_0_67:notes">
            <a:extLst>
              <a:ext uri="{FF2B5EF4-FFF2-40B4-BE49-F238E27FC236}">
                <a16:creationId xmlns:a16="http://schemas.microsoft.com/office/drawing/2014/main" id="{FE8C388F-6308-821E-ACA5-17461601EA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601231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016c2bf7b9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016c2bf7b9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6A649269-715A-94F8-5B1F-B4BB115BA2A2}"/>
            </a:ext>
          </a:extLst>
        </p:cNvPr>
        <p:cNvGrpSpPr/>
        <p:nvPr/>
      </p:nvGrpSpPr>
      <p:grpSpPr>
        <a:xfrm>
          <a:off x="0" y="0"/>
          <a:ext cx="0" cy="0"/>
          <a:chOff x="0" y="0"/>
          <a:chExt cx="0" cy="0"/>
        </a:xfrm>
      </p:grpSpPr>
      <p:sp>
        <p:nvSpPr>
          <p:cNvPr id="109" name="Google Shape;109;g3016c2bf7b9_0_77:notes">
            <a:extLst>
              <a:ext uri="{FF2B5EF4-FFF2-40B4-BE49-F238E27FC236}">
                <a16:creationId xmlns:a16="http://schemas.microsoft.com/office/drawing/2014/main" id="{5D853EB3-43DA-463F-F760-70FEECF683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16c2bf7b9_0_77:notes">
            <a:extLst>
              <a:ext uri="{FF2B5EF4-FFF2-40B4-BE49-F238E27FC236}">
                <a16:creationId xmlns:a16="http://schemas.microsoft.com/office/drawing/2014/main" id="{95D5FCDF-09E3-0ECB-C8FA-467DE392B3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4739110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35CC934-30D9-36A8-E775-FA3052A98645}"/>
            </a:ext>
          </a:extLst>
        </p:cNvPr>
        <p:cNvGrpSpPr/>
        <p:nvPr/>
      </p:nvGrpSpPr>
      <p:grpSpPr>
        <a:xfrm>
          <a:off x="0" y="0"/>
          <a:ext cx="0" cy="0"/>
          <a:chOff x="0" y="0"/>
          <a:chExt cx="0" cy="0"/>
        </a:xfrm>
      </p:grpSpPr>
      <p:sp>
        <p:nvSpPr>
          <p:cNvPr id="115" name="Google Shape;115;g3016c2bf7b9_0_17:notes">
            <a:extLst>
              <a:ext uri="{FF2B5EF4-FFF2-40B4-BE49-F238E27FC236}">
                <a16:creationId xmlns:a16="http://schemas.microsoft.com/office/drawing/2014/main" id="{0978707B-AD7D-D339-793E-7AC74CA606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016c2bf7b9_0_17:notes">
            <a:extLst>
              <a:ext uri="{FF2B5EF4-FFF2-40B4-BE49-F238E27FC236}">
                <a16:creationId xmlns:a16="http://schemas.microsoft.com/office/drawing/2014/main" id="{D707EEA0-DAF6-519D-1F2E-8902A935D2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5123314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a:extLst>
            <a:ext uri="{FF2B5EF4-FFF2-40B4-BE49-F238E27FC236}">
              <a16:creationId xmlns:a16="http://schemas.microsoft.com/office/drawing/2014/main" id="{7BDD171C-AD08-F017-5A66-073720D77B46}"/>
            </a:ext>
          </a:extLst>
        </p:cNvPr>
        <p:cNvGrpSpPr/>
        <p:nvPr/>
      </p:nvGrpSpPr>
      <p:grpSpPr>
        <a:xfrm>
          <a:off x="0" y="0"/>
          <a:ext cx="0" cy="0"/>
          <a:chOff x="0" y="0"/>
          <a:chExt cx="0" cy="0"/>
        </a:xfrm>
      </p:grpSpPr>
      <p:sp>
        <p:nvSpPr>
          <p:cNvPr id="121" name="Google Shape;121;g3016c2bf7b9_0_52:notes">
            <a:extLst>
              <a:ext uri="{FF2B5EF4-FFF2-40B4-BE49-F238E27FC236}">
                <a16:creationId xmlns:a16="http://schemas.microsoft.com/office/drawing/2014/main" id="{5F8FCCBC-A38A-5C2A-41FE-208051387A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016c2bf7b9_0_52:notes">
            <a:extLst>
              <a:ext uri="{FF2B5EF4-FFF2-40B4-BE49-F238E27FC236}">
                <a16:creationId xmlns:a16="http://schemas.microsoft.com/office/drawing/2014/main" id="{737F88D2-B7C6-5B03-D9D0-1D1CB508E9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0727857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E030C77C-37EA-7EB0-3FB8-9EAB4B01AFE1}"/>
            </a:ext>
          </a:extLst>
        </p:cNvPr>
        <p:cNvGrpSpPr/>
        <p:nvPr/>
      </p:nvGrpSpPr>
      <p:grpSpPr>
        <a:xfrm>
          <a:off x="0" y="0"/>
          <a:ext cx="0" cy="0"/>
          <a:chOff x="0" y="0"/>
          <a:chExt cx="0" cy="0"/>
        </a:xfrm>
      </p:grpSpPr>
      <p:sp>
        <p:nvSpPr>
          <p:cNvPr id="127" name="Google Shape;127;g3016c2bf7b9_0_22:notes">
            <a:extLst>
              <a:ext uri="{FF2B5EF4-FFF2-40B4-BE49-F238E27FC236}">
                <a16:creationId xmlns:a16="http://schemas.microsoft.com/office/drawing/2014/main" id="{68E571A2-E19C-6ACB-882C-03D87F0804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016c2bf7b9_0_22:notes">
            <a:extLst>
              <a:ext uri="{FF2B5EF4-FFF2-40B4-BE49-F238E27FC236}">
                <a16:creationId xmlns:a16="http://schemas.microsoft.com/office/drawing/2014/main" id="{59C17943-4BEE-61D1-2B78-4DE650D7F1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6577801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1E6E746D-91B1-E734-7C8F-4673928BAE92}"/>
            </a:ext>
          </a:extLst>
        </p:cNvPr>
        <p:cNvGrpSpPr/>
        <p:nvPr/>
      </p:nvGrpSpPr>
      <p:grpSpPr>
        <a:xfrm>
          <a:off x="0" y="0"/>
          <a:ext cx="0" cy="0"/>
          <a:chOff x="0" y="0"/>
          <a:chExt cx="0" cy="0"/>
        </a:xfrm>
      </p:grpSpPr>
      <p:sp>
        <p:nvSpPr>
          <p:cNvPr id="133" name="Google Shape;133;g3016c2bf7b9_0_57:notes">
            <a:extLst>
              <a:ext uri="{FF2B5EF4-FFF2-40B4-BE49-F238E27FC236}">
                <a16:creationId xmlns:a16="http://schemas.microsoft.com/office/drawing/2014/main" id="{D51C034E-9013-9F22-883C-3D6A619DAE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016c2bf7b9_0_57:notes">
            <a:extLst>
              <a:ext uri="{FF2B5EF4-FFF2-40B4-BE49-F238E27FC236}">
                <a16:creationId xmlns:a16="http://schemas.microsoft.com/office/drawing/2014/main" id="{DF60AF35-021B-6E50-E8B2-F2DC32C008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172397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FE27F689-F768-C7F2-0841-69DFF9FB3881}"/>
            </a:ext>
          </a:extLst>
        </p:cNvPr>
        <p:cNvGrpSpPr/>
        <p:nvPr/>
      </p:nvGrpSpPr>
      <p:grpSpPr>
        <a:xfrm>
          <a:off x="0" y="0"/>
          <a:ext cx="0" cy="0"/>
          <a:chOff x="0" y="0"/>
          <a:chExt cx="0" cy="0"/>
        </a:xfrm>
      </p:grpSpPr>
      <p:sp>
        <p:nvSpPr>
          <p:cNvPr id="151" name="Google Shape;151;g3016c2bf7b9_0_42:notes">
            <a:extLst>
              <a:ext uri="{FF2B5EF4-FFF2-40B4-BE49-F238E27FC236}">
                <a16:creationId xmlns:a16="http://schemas.microsoft.com/office/drawing/2014/main" id="{F99D43C4-1476-32A5-23C5-87D8C432A8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016c2bf7b9_0_42:notes">
            <a:extLst>
              <a:ext uri="{FF2B5EF4-FFF2-40B4-BE49-F238E27FC236}">
                <a16:creationId xmlns:a16="http://schemas.microsoft.com/office/drawing/2014/main" id="{7B59FEF3-C44B-7EFF-791B-462CF28EEC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585079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E909B8B9-4438-7786-BB8E-1E97A18238A9}"/>
            </a:ext>
          </a:extLst>
        </p:cNvPr>
        <p:cNvGrpSpPr/>
        <p:nvPr/>
      </p:nvGrpSpPr>
      <p:grpSpPr>
        <a:xfrm>
          <a:off x="0" y="0"/>
          <a:ext cx="0" cy="0"/>
          <a:chOff x="0" y="0"/>
          <a:chExt cx="0" cy="0"/>
        </a:xfrm>
      </p:grpSpPr>
      <p:sp>
        <p:nvSpPr>
          <p:cNvPr id="97" name="Google Shape;97;g3016c2bf7b9_0_67:notes">
            <a:extLst>
              <a:ext uri="{FF2B5EF4-FFF2-40B4-BE49-F238E27FC236}">
                <a16:creationId xmlns:a16="http://schemas.microsoft.com/office/drawing/2014/main" id="{6FFDB293-B0E6-1617-D6EE-BA78C68498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016c2bf7b9_0_67:notes">
            <a:extLst>
              <a:ext uri="{FF2B5EF4-FFF2-40B4-BE49-F238E27FC236}">
                <a16:creationId xmlns:a16="http://schemas.microsoft.com/office/drawing/2014/main" id="{51895C04-3623-1114-0831-39CD1058CB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9332803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a:extLst>
            <a:ext uri="{FF2B5EF4-FFF2-40B4-BE49-F238E27FC236}">
              <a16:creationId xmlns:a16="http://schemas.microsoft.com/office/drawing/2014/main" id="{9CA29E77-A013-9860-B8DB-4CA109A9F204}"/>
            </a:ext>
          </a:extLst>
        </p:cNvPr>
        <p:cNvGrpSpPr/>
        <p:nvPr/>
      </p:nvGrpSpPr>
      <p:grpSpPr>
        <a:xfrm>
          <a:off x="0" y="0"/>
          <a:ext cx="0" cy="0"/>
          <a:chOff x="0" y="0"/>
          <a:chExt cx="0" cy="0"/>
        </a:xfrm>
      </p:grpSpPr>
      <p:sp>
        <p:nvSpPr>
          <p:cNvPr id="157" name="Google Shape;157;g3016c2bf7b9_0_47:notes">
            <a:extLst>
              <a:ext uri="{FF2B5EF4-FFF2-40B4-BE49-F238E27FC236}">
                <a16:creationId xmlns:a16="http://schemas.microsoft.com/office/drawing/2014/main" id="{8E0684AB-BF4D-48BD-D817-44F002266A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016c2bf7b9_0_47:notes">
            <a:extLst>
              <a:ext uri="{FF2B5EF4-FFF2-40B4-BE49-F238E27FC236}">
                <a16:creationId xmlns:a16="http://schemas.microsoft.com/office/drawing/2014/main" id="{B36A1780-04D6-ECD5-3DD3-DD243F2FBB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305416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19CC02A2-FE17-E57B-CF79-4DBACF97B572}"/>
            </a:ext>
          </a:extLst>
        </p:cNvPr>
        <p:cNvGrpSpPr/>
        <p:nvPr/>
      </p:nvGrpSpPr>
      <p:grpSpPr>
        <a:xfrm>
          <a:off x="0" y="0"/>
          <a:ext cx="0" cy="0"/>
          <a:chOff x="0" y="0"/>
          <a:chExt cx="0" cy="0"/>
        </a:xfrm>
      </p:grpSpPr>
      <p:sp>
        <p:nvSpPr>
          <p:cNvPr id="109" name="Google Shape;109;g3016c2bf7b9_0_77:notes">
            <a:extLst>
              <a:ext uri="{FF2B5EF4-FFF2-40B4-BE49-F238E27FC236}">
                <a16:creationId xmlns:a16="http://schemas.microsoft.com/office/drawing/2014/main" id="{0826593C-5315-EC9E-2FEB-99E68880E0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16c2bf7b9_0_77:notes">
            <a:extLst>
              <a:ext uri="{FF2B5EF4-FFF2-40B4-BE49-F238E27FC236}">
                <a16:creationId xmlns:a16="http://schemas.microsoft.com/office/drawing/2014/main" id="{E1F1A6E4-804A-1165-FE04-4FD70E5B3A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272202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536DDB45-D627-0AF5-0852-3DADA61AD7E3}"/>
            </a:ext>
          </a:extLst>
        </p:cNvPr>
        <p:cNvGrpSpPr/>
        <p:nvPr/>
      </p:nvGrpSpPr>
      <p:grpSpPr>
        <a:xfrm>
          <a:off x="0" y="0"/>
          <a:ext cx="0" cy="0"/>
          <a:chOff x="0" y="0"/>
          <a:chExt cx="0" cy="0"/>
        </a:xfrm>
      </p:grpSpPr>
      <p:sp>
        <p:nvSpPr>
          <p:cNvPr id="151" name="Google Shape;151;g3016c2bf7b9_0_42:notes">
            <a:extLst>
              <a:ext uri="{FF2B5EF4-FFF2-40B4-BE49-F238E27FC236}">
                <a16:creationId xmlns:a16="http://schemas.microsoft.com/office/drawing/2014/main" id="{F580897A-529F-80D4-4DD4-805C1AB20F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016c2bf7b9_0_42:notes">
            <a:extLst>
              <a:ext uri="{FF2B5EF4-FFF2-40B4-BE49-F238E27FC236}">
                <a16:creationId xmlns:a16="http://schemas.microsoft.com/office/drawing/2014/main" id="{7C52235F-F789-B1C7-12A8-70A5612D62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466763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F63C3E97-FD91-1B5C-DE17-7047947D9E0F}"/>
            </a:ext>
          </a:extLst>
        </p:cNvPr>
        <p:cNvGrpSpPr/>
        <p:nvPr/>
      </p:nvGrpSpPr>
      <p:grpSpPr>
        <a:xfrm>
          <a:off x="0" y="0"/>
          <a:ext cx="0" cy="0"/>
          <a:chOff x="0" y="0"/>
          <a:chExt cx="0" cy="0"/>
        </a:xfrm>
      </p:grpSpPr>
      <p:sp>
        <p:nvSpPr>
          <p:cNvPr id="97" name="Google Shape;97;g3016c2bf7b9_0_67:notes">
            <a:extLst>
              <a:ext uri="{FF2B5EF4-FFF2-40B4-BE49-F238E27FC236}">
                <a16:creationId xmlns:a16="http://schemas.microsoft.com/office/drawing/2014/main" id="{0A23EEC3-7396-27E1-B0B8-C49D631A85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016c2bf7b9_0_67:notes">
            <a:extLst>
              <a:ext uri="{FF2B5EF4-FFF2-40B4-BE49-F238E27FC236}">
                <a16:creationId xmlns:a16="http://schemas.microsoft.com/office/drawing/2014/main" id="{BDFB753F-C3E4-6146-151E-8E2F9D22A6C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5298759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a:extLst>
            <a:ext uri="{FF2B5EF4-FFF2-40B4-BE49-F238E27FC236}">
              <a16:creationId xmlns:a16="http://schemas.microsoft.com/office/drawing/2014/main" id="{520FEF0B-5FDB-9491-6982-259726006A35}"/>
            </a:ext>
          </a:extLst>
        </p:cNvPr>
        <p:cNvGrpSpPr/>
        <p:nvPr/>
      </p:nvGrpSpPr>
      <p:grpSpPr>
        <a:xfrm>
          <a:off x="0" y="0"/>
          <a:ext cx="0" cy="0"/>
          <a:chOff x="0" y="0"/>
          <a:chExt cx="0" cy="0"/>
        </a:xfrm>
      </p:grpSpPr>
      <p:sp>
        <p:nvSpPr>
          <p:cNvPr id="157" name="Google Shape;157;g3016c2bf7b9_0_47:notes">
            <a:extLst>
              <a:ext uri="{FF2B5EF4-FFF2-40B4-BE49-F238E27FC236}">
                <a16:creationId xmlns:a16="http://schemas.microsoft.com/office/drawing/2014/main" id="{0318DEC2-DC8C-FB3A-14E7-E23D07C55F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016c2bf7b9_0_47:notes">
            <a:extLst>
              <a:ext uri="{FF2B5EF4-FFF2-40B4-BE49-F238E27FC236}">
                <a16:creationId xmlns:a16="http://schemas.microsoft.com/office/drawing/2014/main" id="{4401E7BD-A926-ACF3-524B-99366150D4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726609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2F607EC0-24B9-C899-1207-5805300F6835}"/>
            </a:ext>
          </a:extLst>
        </p:cNvPr>
        <p:cNvGrpSpPr/>
        <p:nvPr/>
      </p:nvGrpSpPr>
      <p:grpSpPr>
        <a:xfrm>
          <a:off x="0" y="0"/>
          <a:ext cx="0" cy="0"/>
          <a:chOff x="0" y="0"/>
          <a:chExt cx="0" cy="0"/>
        </a:xfrm>
      </p:grpSpPr>
      <p:sp>
        <p:nvSpPr>
          <p:cNvPr id="109" name="Google Shape;109;g3016c2bf7b9_0_77:notes">
            <a:extLst>
              <a:ext uri="{FF2B5EF4-FFF2-40B4-BE49-F238E27FC236}">
                <a16:creationId xmlns:a16="http://schemas.microsoft.com/office/drawing/2014/main" id="{9D174B2D-DEC8-BFE0-51C3-12CE91016F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16c2bf7b9_0_77:notes">
            <a:extLst>
              <a:ext uri="{FF2B5EF4-FFF2-40B4-BE49-F238E27FC236}">
                <a16:creationId xmlns:a16="http://schemas.microsoft.com/office/drawing/2014/main" id="{E1A183B7-B04F-4A68-B63E-A8236E763F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1177865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96281851-E45F-4F47-9CE2-A746D2FFE911}"/>
            </a:ext>
          </a:extLst>
        </p:cNvPr>
        <p:cNvGrpSpPr/>
        <p:nvPr/>
      </p:nvGrpSpPr>
      <p:grpSpPr>
        <a:xfrm>
          <a:off x="0" y="0"/>
          <a:ext cx="0" cy="0"/>
          <a:chOff x="0" y="0"/>
          <a:chExt cx="0" cy="0"/>
        </a:xfrm>
      </p:grpSpPr>
      <p:sp>
        <p:nvSpPr>
          <p:cNvPr id="151" name="Google Shape;151;g3016c2bf7b9_0_42:notes">
            <a:extLst>
              <a:ext uri="{FF2B5EF4-FFF2-40B4-BE49-F238E27FC236}">
                <a16:creationId xmlns:a16="http://schemas.microsoft.com/office/drawing/2014/main" id="{860619C1-F987-299B-CD23-D07D0649E9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016c2bf7b9_0_42:notes">
            <a:extLst>
              <a:ext uri="{FF2B5EF4-FFF2-40B4-BE49-F238E27FC236}">
                <a16:creationId xmlns:a16="http://schemas.microsoft.com/office/drawing/2014/main" id="{16B3AF23-5D97-3BD5-0DFD-239E34DF4F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257789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4D14DAF3-43AD-D133-06FB-7D30AE2D105B}"/>
            </a:ext>
          </a:extLst>
        </p:cNvPr>
        <p:cNvGrpSpPr/>
        <p:nvPr/>
      </p:nvGrpSpPr>
      <p:grpSpPr>
        <a:xfrm>
          <a:off x="0" y="0"/>
          <a:ext cx="0" cy="0"/>
          <a:chOff x="0" y="0"/>
          <a:chExt cx="0" cy="0"/>
        </a:xfrm>
      </p:grpSpPr>
      <p:sp>
        <p:nvSpPr>
          <p:cNvPr id="97" name="Google Shape;97;g3016c2bf7b9_0_67:notes">
            <a:extLst>
              <a:ext uri="{FF2B5EF4-FFF2-40B4-BE49-F238E27FC236}">
                <a16:creationId xmlns:a16="http://schemas.microsoft.com/office/drawing/2014/main" id="{AC78D140-BDD5-4A1D-C13A-3217E20C16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016c2bf7b9_0_67:notes">
            <a:extLst>
              <a:ext uri="{FF2B5EF4-FFF2-40B4-BE49-F238E27FC236}">
                <a16:creationId xmlns:a16="http://schemas.microsoft.com/office/drawing/2014/main" id="{1F671B19-1F2C-FBA8-6528-D79B039A3A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536999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a:extLst>
            <a:ext uri="{FF2B5EF4-FFF2-40B4-BE49-F238E27FC236}">
              <a16:creationId xmlns:a16="http://schemas.microsoft.com/office/drawing/2014/main" id="{3A4192BA-FA0D-3E45-1E62-30FBD3987BE5}"/>
            </a:ext>
          </a:extLst>
        </p:cNvPr>
        <p:cNvGrpSpPr/>
        <p:nvPr/>
      </p:nvGrpSpPr>
      <p:grpSpPr>
        <a:xfrm>
          <a:off x="0" y="0"/>
          <a:ext cx="0" cy="0"/>
          <a:chOff x="0" y="0"/>
          <a:chExt cx="0" cy="0"/>
        </a:xfrm>
      </p:grpSpPr>
      <p:sp>
        <p:nvSpPr>
          <p:cNvPr id="157" name="Google Shape;157;g3016c2bf7b9_0_47:notes">
            <a:extLst>
              <a:ext uri="{FF2B5EF4-FFF2-40B4-BE49-F238E27FC236}">
                <a16:creationId xmlns:a16="http://schemas.microsoft.com/office/drawing/2014/main" id="{C29EC8F4-D7CF-80B4-E302-AC065E3F1B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016c2bf7b9_0_47:notes">
            <a:extLst>
              <a:ext uri="{FF2B5EF4-FFF2-40B4-BE49-F238E27FC236}">
                <a16:creationId xmlns:a16="http://schemas.microsoft.com/office/drawing/2014/main" id="{AE1E6BCC-CE31-8527-31FE-66D0694886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033264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BBB0F55B-12BE-BFE7-8786-27B9FB8AA172}"/>
            </a:ext>
          </a:extLst>
        </p:cNvPr>
        <p:cNvGrpSpPr/>
        <p:nvPr/>
      </p:nvGrpSpPr>
      <p:grpSpPr>
        <a:xfrm>
          <a:off x="0" y="0"/>
          <a:ext cx="0" cy="0"/>
          <a:chOff x="0" y="0"/>
          <a:chExt cx="0" cy="0"/>
        </a:xfrm>
      </p:grpSpPr>
      <p:sp>
        <p:nvSpPr>
          <p:cNvPr id="109" name="Google Shape;109;g3016c2bf7b9_0_77:notes">
            <a:extLst>
              <a:ext uri="{FF2B5EF4-FFF2-40B4-BE49-F238E27FC236}">
                <a16:creationId xmlns:a16="http://schemas.microsoft.com/office/drawing/2014/main" id="{441F76A9-D16F-0439-D6DC-9D92563845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16c2bf7b9_0_77:notes">
            <a:extLst>
              <a:ext uri="{FF2B5EF4-FFF2-40B4-BE49-F238E27FC236}">
                <a16:creationId xmlns:a16="http://schemas.microsoft.com/office/drawing/2014/main" id="{621F79DA-B34A-3E51-77FE-CF1D90DCE3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344044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FCB15D1-0A79-3A00-446C-3EBBFCFFD7F0}"/>
            </a:ext>
          </a:extLst>
        </p:cNvPr>
        <p:cNvGrpSpPr/>
        <p:nvPr/>
      </p:nvGrpSpPr>
      <p:grpSpPr>
        <a:xfrm>
          <a:off x="0" y="0"/>
          <a:ext cx="0" cy="0"/>
          <a:chOff x="0" y="0"/>
          <a:chExt cx="0" cy="0"/>
        </a:xfrm>
      </p:grpSpPr>
      <p:sp>
        <p:nvSpPr>
          <p:cNvPr id="115" name="Google Shape;115;g3016c2bf7b9_0_17:notes">
            <a:extLst>
              <a:ext uri="{FF2B5EF4-FFF2-40B4-BE49-F238E27FC236}">
                <a16:creationId xmlns:a16="http://schemas.microsoft.com/office/drawing/2014/main" id="{45F03508-4167-4DAD-F487-5840B42CAA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016c2bf7b9_0_17:notes">
            <a:extLst>
              <a:ext uri="{FF2B5EF4-FFF2-40B4-BE49-F238E27FC236}">
                <a16:creationId xmlns:a16="http://schemas.microsoft.com/office/drawing/2014/main" id="{15BC5EBF-EAF1-0F60-203B-7EAAA8D98C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713614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a:extLst>
            <a:ext uri="{FF2B5EF4-FFF2-40B4-BE49-F238E27FC236}">
              <a16:creationId xmlns:a16="http://schemas.microsoft.com/office/drawing/2014/main" id="{09752E1A-B75F-BC50-AA86-36BE96969F85}"/>
            </a:ext>
          </a:extLst>
        </p:cNvPr>
        <p:cNvGrpSpPr/>
        <p:nvPr/>
      </p:nvGrpSpPr>
      <p:grpSpPr>
        <a:xfrm>
          <a:off x="0" y="0"/>
          <a:ext cx="0" cy="0"/>
          <a:chOff x="0" y="0"/>
          <a:chExt cx="0" cy="0"/>
        </a:xfrm>
      </p:grpSpPr>
      <p:sp>
        <p:nvSpPr>
          <p:cNvPr id="121" name="Google Shape;121;g3016c2bf7b9_0_52:notes">
            <a:extLst>
              <a:ext uri="{FF2B5EF4-FFF2-40B4-BE49-F238E27FC236}">
                <a16:creationId xmlns:a16="http://schemas.microsoft.com/office/drawing/2014/main" id="{B5117580-FCC6-27E5-CF53-F7C388E116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016c2bf7b9_0_52:notes">
            <a:extLst>
              <a:ext uri="{FF2B5EF4-FFF2-40B4-BE49-F238E27FC236}">
                <a16:creationId xmlns:a16="http://schemas.microsoft.com/office/drawing/2014/main" id="{D96D670F-36EC-D0C3-6F8E-8AAD042B19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194515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5DE234A7-9F3B-03CE-A65E-08AFFB7CE034}"/>
            </a:ext>
          </a:extLst>
        </p:cNvPr>
        <p:cNvGrpSpPr/>
        <p:nvPr/>
      </p:nvGrpSpPr>
      <p:grpSpPr>
        <a:xfrm>
          <a:off x="0" y="0"/>
          <a:ext cx="0" cy="0"/>
          <a:chOff x="0" y="0"/>
          <a:chExt cx="0" cy="0"/>
        </a:xfrm>
      </p:grpSpPr>
      <p:sp>
        <p:nvSpPr>
          <p:cNvPr id="127" name="Google Shape;127;g3016c2bf7b9_0_22:notes">
            <a:extLst>
              <a:ext uri="{FF2B5EF4-FFF2-40B4-BE49-F238E27FC236}">
                <a16:creationId xmlns:a16="http://schemas.microsoft.com/office/drawing/2014/main" id="{6FFA8D1E-9ADE-EDE3-294A-9BCE790AF3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016c2bf7b9_0_22:notes">
            <a:extLst>
              <a:ext uri="{FF2B5EF4-FFF2-40B4-BE49-F238E27FC236}">
                <a16:creationId xmlns:a16="http://schemas.microsoft.com/office/drawing/2014/main" id="{C8330C8F-E94A-2A29-56EF-8641E0E84A8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004981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9BB91795-3E8D-ED31-EF38-1C0846CE1648}"/>
            </a:ext>
          </a:extLst>
        </p:cNvPr>
        <p:cNvGrpSpPr/>
        <p:nvPr/>
      </p:nvGrpSpPr>
      <p:grpSpPr>
        <a:xfrm>
          <a:off x="0" y="0"/>
          <a:ext cx="0" cy="0"/>
          <a:chOff x="0" y="0"/>
          <a:chExt cx="0" cy="0"/>
        </a:xfrm>
      </p:grpSpPr>
      <p:sp>
        <p:nvSpPr>
          <p:cNvPr id="133" name="Google Shape;133;g3016c2bf7b9_0_57:notes">
            <a:extLst>
              <a:ext uri="{FF2B5EF4-FFF2-40B4-BE49-F238E27FC236}">
                <a16:creationId xmlns:a16="http://schemas.microsoft.com/office/drawing/2014/main" id="{B6116B63-EBA4-572A-F6F5-6BBF52F6AA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016c2bf7b9_0_57:notes">
            <a:extLst>
              <a:ext uri="{FF2B5EF4-FFF2-40B4-BE49-F238E27FC236}">
                <a16:creationId xmlns:a16="http://schemas.microsoft.com/office/drawing/2014/main" id="{CA304A07-97AD-A54D-6D62-EABF076C0E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560086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a:extLst>
            <a:ext uri="{FF2B5EF4-FFF2-40B4-BE49-F238E27FC236}">
              <a16:creationId xmlns:a16="http://schemas.microsoft.com/office/drawing/2014/main" id="{16ED0D6F-A936-7302-EFBA-8A6CD91FB023}"/>
            </a:ext>
          </a:extLst>
        </p:cNvPr>
        <p:cNvGrpSpPr/>
        <p:nvPr/>
      </p:nvGrpSpPr>
      <p:grpSpPr>
        <a:xfrm>
          <a:off x="0" y="0"/>
          <a:ext cx="0" cy="0"/>
          <a:chOff x="0" y="0"/>
          <a:chExt cx="0" cy="0"/>
        </a:xfrm>
      </p:grpSpPr>
      <p:sp>
        <p:nvSpPr>
          <p:cNvPr id="139" name="Google Shape;139;g3016c2bf7b9_0_32:notes">
            <a:extLst>
              <a:ext uri="{FF2B5EF4-FFF2-40B4-BE49-F238E27FC236}">
                <a16:creationId xmlns:a16="http://schemas.microsoft.com/office/drawing/2014/main" id="{CB2F3CA7-614F-884F-42E9-5BD6A84AAF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3016c2bf7b9_0_32:notes">
            <a:extLst>
              <a:ext uri="{FF2B5EF4-FFF2-40B4-BE49-F238E27FC236}">
                <a16:creationId xmlns:a16="http://schemas.microsoft.com/office/drawing/2014/main" id="{A19574EF-6E3E-FDB4-DC75-7CAD562F05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799584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F56182DC-9779-B8AE-73B7-95749E37FC7D}"/>
            </a:ext>
          </a:extLst>
        </p:cNvPr>
        <p:cNvGrpSpPr/>
        <p:nvPr/>
      </p:nvGrpSpPr>
      <p:grpSpPr>
        <a:xfrm>
          <a:off x="0" y="0"/>
          <a:ext cx="0" cy="0"/>
          <a:chOff x="0" y="0"/>
          <a:chExt cx="0" cy="0"/>
        </a:xfrm>
      </p:grpSpPr>
      <p:sp>
        <p:nvSpPr>
          <p:cNvPr id="97" name="Google Shape;97;g3016c2bf7b9_0_67:notes">
            <a:extLst>
              <a:ext uri="{FF2B5EF4-FFF2-40B4-BE49-F238E27FC236}">
                <a16:creationId xmlns:a16="http://schemas.microsoft.com/office/drawing/2014/main" id="{1455C98E-EBBB-18CE-10B8-5EDD979761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016c2bf7b9_0_67:notes">
            <a:extLst>
              <a:ext uri="{FF2B5EF4-FFF2-40B4-BE49-F238E27FC236}">
                <a16:creationId xmlns:a16="http://schemas.microsoft.com/office/drawing/2014/main" id="{7B855DEB-D2F0-F8ED-CBA3-6EA8E89E8C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9594234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a:extLst>
            <a:ext uri="{FF2B5EF4-FFF2-40B4-BE49-F238E27FC236}">
              <a16:creationId xmlns:a16="http://schemas.microsoft.com/office/drawing/2014/main" id="{C28ED9ED-96B9-6EFF-7123-1D15E6C24EAB}"/>
            </a:ext>
          </a:extLst>
        </p:cNvPr>
        <p:cNvGrpSpPr/>
        <p:nvPr/>
      </p:nvGrpSpPr>
      <p:grpSpPr>
        <a:xfrm>
          <a:off x="0" y="0"/>
          <a:ext cx="0" cy="0"/>
          <a:chOff x="0" y="0"/>
          <a:chExt cx="0" cy="0"/>
        </a:xfrm>
      </p:grpSpPr>
      <p:sp>
        <p:nvSpPr>
          <p:cNvPr id="145" name="Google Shape;145;g3016c2bf7b9_0_37:notes">
            <a:extLst>
              <a:ext uri="{FF2B5EF4-FFF2-40B4-BE49-F238E27FC236}">
                <a16:creationId xmlns:a16="http://schemas.microsoft.com/office/drawing/2014/main" id="{7878492B-3091-8A8E-1A9D-9101035BF9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016c2bf7b9_0_37:notes">
            <a:extLst>
              <a:ext uri="{FF2B5EF4-FFF2-40B4-BE49-F238E27FC236}">
                <a16:creationId xmlns:a16="http://schemas.microsoft.com/office/drawing/2014/main" id="{A87ACB27-60B4-698F-CD6B-8FAC6E2544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6856980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11AC1EEA-08B0-A792-46FA-C6F9ACCB919C}"/>
            </a:ext>
          </a:extLst>
        </p:cNvPr>
        <p:cNvGrpSpPr/>
        <p:nvPr/>
      </p:nvGrpSpPr>
      <p:grpSpPr>
        <a:xfrm>
          <a:off x="0" y="0"/>
          <a:ext cx="0" cy="0"/>
          <a:chOff x="0" y="0"/>
          <a:chExt cx="0" cy="0"/>
        </a:xfrm>
      </p:grpSpPr>
      <p:sp>
        <p:nvSpPr>
          <p:cNvPr id="109" name="Google Shape;109;g3016c2bf7b9_0_77:notes">
            <a:extLst>
              <a:ext uri="{FF2B5EF4-FFF2-40B4-BE49-F238E27FC236}">
                <a16:creationId xmlns:a16="http://schemas.microsoft.com/office/drawing/2014/main" id="{24566155-A405-1306-9449-2E0C75A7A4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16c2bf7b9_0_77:notes">
            <a:extLst>
              <a:ext uri="{FF2B5EF4-FFF2-40B4-BE49-F238E27FC236}">
                <a16:creationId xmlns:a16="http://schemas.microsoft.com/office/drawing/2014/main" id="{B419AC0B-D6DF-9092-06EA-6D52A7D509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823834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0D779067-D92D-A601-7A3F-79D38E2B756B}"/>
            </a:ext>
          </a:extLst>
        </p:cNvPr>
        <p:cNvGrpSpPr/>
        <p:nvPr/>
      </p:nvGrpSpPr>
      <p:grpSpPr>
        <a:xfrm>
          <a:off x="0" y="0"/>
          <a:ext cx="0" cy="0"/>
          <a:chOff x="0" y="0"/>
          <a:chExt cx="0" cy="0"/>
        </a:xfrm>
      </p:grpSpPr>
      <p:sp>
        <p:nvSpPr>
          <p:cNvPr id="151" name="Google Shape;151;g3016c2bf7b9_0_42:notes">
            <a:extLst>
              <a:ext uri="{FF2B5EF4-FFF2-40B4-BE49-F238E27FC236}">
                <a16:creationId xmlns:a16="http://schemas.microsoft.com/office/drawing/2014/main" id="{EAE74C1E-A626-1AF2-B378-ED0CDFD1EE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016c2bf7b9_0_42:notes">
            <a:extLst>
              <a:ext uri="{FF2B5EF4-FFF2-40B4-BE49-F238E27FC236}">
                <a16:creationId xmlns:a16="http://schemas.microsoft.com/office/drawing/2014/main" id="{BC4B036B-0D3C-8C22-95A4-20AB166E10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264562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F28E1CBD-6B23-A526-319F-B27131FC3E1A}"/>
            </a:ext>
          </a:extLst>
        </p:cNvPr>
        <p:cNvGrpSpPr/>
        <p:nvPr/>
      </p:nvGrpSpPr>
      <p:grpSpPr>
        <a:xfrm>
          <a:off x="0" y="0"/>
          <a:ext cx="0" cy="0"/>
          <a:chOff x="0" y="0"/>
          <a:chExt cx="0" cy="0"/>
        </a:xfrm>
      </p:grpSpPr>
      <p:sp>
        <p:nvSpPr>
          <p:cNvPr id="97" name="Google Shape;97;g3016c2bf7b9_0_67:notes">
            <a:extLst>
              <a:ext uri="{FF2B5EF4-FFF2-40B4-BE49-F238E27FC236}">
                <a16:creationId xmlns:a16="http://schemas.microsoft.com/office/drawing/2014/main" id="{BBF3799B-EBA5-5891-84F4-6C5D7FB4F9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016c2bf7b9_0_67:notes">
            <a:extLst>
              <a:ext uri="{FF2B5EF4-FFF2-40B4-BE49-F238E27FC236}">
                <a16:creationId xmlns:a16="http://schemas.microsoft.com/office/drawing/2014/main" id="{11D4177A-ACA2-EBCC-48AB-D4557BE543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611651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a:extLst>
            <a:ext uri="{FF2B5EF4-FFF2-40B4-BE49-F238E27FC236}">
              <a16:creationId xmlns:a16="http://schemas.microsoft.com/office/drawing/2014/main" id="{AB2E9902-D09C-A4E1-947E-B8D7C6F6D83A}"/>
            </a:ext>
          </a:extLst>
        </p:cNvPr>
        <p:cNvGrpSpPr/>
        <p:nvPr/>
      </p:nvGrpSpPr>
      <p:grpSpPr>
        <a:xfrm>
          <a:off x="0" y="0"/>
          <a:ext cx="0" cy="0"/>
          <a:chOff x="0" y="0"/>
          <a:chExt cx="0" cy="0"/>
        </a:xfrm>
      </p:grpSpPr>
      <p:sp>
        <p:nvSpPr>
          <p:cNvPr id="157" name="Google Shape;157;g3016c2bf7b9_0_47:notes">
            <a:extLst>
              <a:ext uri="{FF2B5EF4-FFF2-40B4-BE49-F238E27FC236}">
                <a16:creationId xmlns:a16="http://schemas.microsoft.com/office/drawing/2014/main" id="{03CF6459-8464-1D07-4C73-E0D48FB4AF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016c2bf7b9_0_47:notes">
            <a:extLst>
              <a:ext uri="{FF2B5EF4-FFF2-40B4-BE49-F238E27FC236}">
                <a16:creationId xmlns:a16="http://schemas.microsoft.com/office/drawing/2014/main" id="{89385F22-207C-0694-0ADB-A64808835C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951767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4C4F9199-B4AC-D8BF-2453-C16A59AA86A2}"/>
            </a:ext>
          </a:extLst>
        </p:cNvPr>
        <p:cNvGrpSpPr/>
        <p:nvPr/>
      </p:nvGrpSpPr>
      <p:grpSpPr>
        <a:xfrm>
          <a:off x="0" y="0"/>
          <a:ext cx="0" cy="0"/>
          <a:chOff x="0" y="0"/>
          <a:chExt cx="0" cy="0"/>
        </a:xfrm>
      </p:grpSpPr>
      <p:sp>
        <p:nvSpPr>
          <p:cNvPr id="109" name="Google Shape;109;g3016c2bf7b9_0_77:notes">
            <a:extLst>
              <a:ext uri="{FF2B5EF4-FFF2-40B4-BE49-F238E27FC236}">
                <a16:creationId xmlns:a16="http://schemas.microsoft.com/office/drawing/2014/main" id="{145BAF1A-B673-C766-A61F-1590E0BC05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16c2bf7b9_0_77:notes">
            <a:extLst>
              <a:ext uri="{FF2B5EF4-FFF2-40B4-BE49-F238E27FC236}">
                <a16:creationId xmlns:a16="http://schemas.microsoft.com/office/drawing/2014/main" id="{D1986AA9-A8B3-10F3-9425-C8D05BAD4E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277393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055D127B-C631-D8AE-FF08-296F6A055022}"/>
            </a:ext>
          </a:extLst>
        </p:cNvPr>
        <p:cNvGrpSpPr/>
        <p:nvPr/>
      </p:nvGrpSpPr>
      <p:grpSpPr>
        <a:xfrm>
          <a:off x="0" y="0"/>
          <a:ext cx="0" cy="0"/>
          <a:chOff x="0" y="0"/>
          <a:chExt cx="0" cy="0"/>
        </a:xfrm>
      </p:grpSpPr>
      <p:sp>
        <p:nvSpPr>
          <p:cNvPr id="109" name="Google Shape;109;g3016c2bf7b9_0_77:notes">
            <a:extLst>
              <a:ext uri="{FF2B5EF4-FFF2-40B4-BE49-F238E27FC236}">
                <a16:creationId xmlns:a16="http://schemas.microsoft.com/office/drawing/2014/main" id="{6AC01A07-ECB7-D4DE-E3DC-F0CD9E2E90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16c2bf7b9_0_77:notes">
            <a:extLst>
              <a:ext uri="{FF2B5EF4-FFF2-40B4-BE49-F238E27FC236}">
                <a16:creationId xmlns:a16="http://schemas.microsoft.com/office/drawing/2014/main" id="{D988125C-D2F0-963E-1F25-9EE310FF9A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392803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a:extLst>
            <a:ext uri="{FF2B5EF4-FFF2-40B4-BE49-F238E27FC236}">
              <a16:creationId xmlns:a16="http://schemas.microsoft.com/office/drawing/2014/main" id="{16CD6852-3BC1-7EA6-129A-F578605FCB00}"/>
            </a:ext>
          </a:extLst>
        </p:cNvPr>
        <p:cNvGrpSpPr/>
        <p:nvPr/>
      </p:nvGrpSpPr>
      <p:grpSpPr>
        <a:xfrm>
          <a:off x="0" y="0"/>
          <a:ext cx="0" cy="0"/>
          <a:chOff x="0" y="0"/>
          <a:chExt cx="0" cy="0"/>
        </a:xfrm>
      </p:grpSpPr>
      <p:sp>
        <p:nvSpPr>
          <p:cNvPr id="139" name="Google Shape;139;g3016c2bf7b9_0_32:notes">
            <a:extLst>
              <a:ext uri="{FF2B5EF4-FFF2-40B4-BE49-F238E27FC236}">
                <a16:creationId xmlns:a16="http://schemas.microsoft.com/office/drawing/2014/main" id="{F2F18ECD-125D-F46C-E4E9-27058CA9D8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3016c2bf7b9_0_32:notes">
            <a:extLst>
              <a:ext uri="{FF2B5EF4-FFF2-40B4-BE49-F238E27FC236}">
                <a16:creationId xmlns:a16="http://schemas.microsoft.com/office/drawing/2014/main" id="{CA3B94D6-E45A-BCA3-0905-BFEF2ED579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5707365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595083EC-04D8-7C49-D22A-B07A38735368}"/>
            </a:ext>
          </a:extLst>
        </p:cNvPr>
        <p:cNvGrpSpPr/>
        <p:nvPr/>
      </p:nvGrpSpPr>
      <p:grpSpPr>
        <a:xfrm>
          <a:off x="0" y="0"/>
          <a:ext cx="0" cy="0"/>
          <a:chOff x="0" y="0"/>
          <a:chExt cx="0" cy="0"/>
        </a:xfrm>
      </p:grpSpPr>
      <p:sp>
        <p:nvSpPr>
          <p:cNvPr id="97" name="Google Shape;97;g3016c2bf7b9_0_67:notes">
            <a:extLst>
              <a:ext uri="{FF2B5EF4-FFF2-40B4-BE49-F238E27FC236}">
                <a16:creationId xmlns:a16="http://schemas.microsoft.com/office/drawing/2014/main" id="{9B8324C1-0B24-C079-19A7-4AA9CFFCA6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016c2bf7b9_0_67:notes">
            <a:extLst>
              <a:ext uri="{FF2B5EF4-FFF2-40B4-BE49-F238E27FC236}">
                <a16:creationId xmlns:a16="http://schemas.microsoft.com/office/drawing/2014/main" id="{39725883-E6E9-20E5-2764-22926F60237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1667341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a:extLst>
            <a:ext uri="{FF2B5EF4-FFF2-40B4-BE49-F238E27FC236}">
              <a16:creationId xmlns:a16="http://schemas.microsoft.com/office/drawing/2014/main" id="{C0C815E0-8704-2595-919D-C60CE268EA7E}"/>
            </a:ext>
          </a:extLst>
        </p:cNvPr>
        <p:cNvGrpSpPr/>
        <p:nvPr/>
      </p:nvGrpSpPr>
      <p:grpSpPr>
        <a:xfrm>
          <a:off x="0" y="0"/>
          <a:ext cx="0" cy="0"/>
          <a:chOff x="0" y="0"/>
          <a:chExt cx="0" cy="0"/>
        </a:xfrm>
      </p:grpSpPr>
      <p:sp>
        <p:nvSpPr>
          <p:cNvPr id="145" name="Google Shape;145;g3016c2bf7b9_0_37:notes">
            <a:extLst>
              <a:ext uri="{FF2B5EF4-FFF2-40B4-BE49-F238E27FC236}">
                <a16:creationId xmlns:a16="http://schemas.microsoft.com/office/drawing/2014/main" id="{5A99545C-D930-5C2F-9897-4BC49B8E60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016c2bf7b9_0_37:notes">
            <a:extLst>
              <a:ext uri="{FF2B5EF4-FFF2-40B4-BE49-F238E27FC236}">
                <a16:creationId xmlns:a16="http://schemas.microsoft.com/office/drawing/2014/main" id="{7147210F-1A8A-D6C5-ADA2-A3198E8882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221790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1951A370-F0B8-4BE4-2242-5B2854911917}"/>
            </a:ext>
          </a:extLst>
        </p:cNvPr>
        <p:cNvGrpSpPr/>
        <p:nvPr/>
      </p:nvGrpSpPr>
      <p:grpSpPr>
        <a:xfrm>
          <a:off x="0" y="0"/>
          <a:ext cx="0" cy="0"/>
          <a:chOff x="0" y="0"/>
          <a:chExt cx="0" cy="0"/>
        </a:xfrm>
      </p:grpSpPr>
      <p:sp>
        <p:nvSpPr>
          <p:cNvPr id="109" name="Google Shape;109;g3016c2bf7b9_0_77:notes">
            <a:extLst>
              <a:ext uri="{FF2B5EF4-FFF2-40B4-BE49-F238E27FC236}">
                <a16:creationId xmlns:a16="http://schemas.microsoft.com/office/drawing/2014/main" id="{853AF10B-F1B2-FB3D-DE30-DA41A5D797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16c2bf7b9_0_77:notes">
            <a:extLst>
              <a:ext uri="{FF2B5EF4-FFF2-40B4-BE49-F238E27FC236}">
                <a16:creationId xmlns:a16="http://schemas.microsoft.com/office/drawing/2014/main" id="{433FB11A-5108-1644-F8AF-AE2C16BDAA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719593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3C3A1775-DCB0-995C-1141-6C4D10332F49}"/>
            </a:ext>
          </a:extLst>
        </p:cNvPr>
        <p:cNvGrpSpPr/>
        <p:nvPr/>
      </p:nvGrpSpPr>
      <p:grpSpPr>
        <a:xfrm>
          <a:off x="0" y="0"/>
          <a:ext cx="0" cy="0"/>
          <a:chOff x="0" y="0"/>
          <a:chExt cx="0" cy="0"/>
        </a:xfrm>
      </p:grpSpPr>
      <p:sp>
        <p:nvSpPr>
          <p:cNvPr id="151" name="Google Shape;151;g3016c2bf7b9_0_42:notes">
            <a:extLst>
              <a:ext uri="{FF2B5EF4-FFF2-40B4-BE49-F238E27FC236}">
                <a16:creationId xmlns:a16="http://schemas.microsoft.com/office/drawing/2014/main" id="{5054A080-A087-E1E3-3F2C-E1016AE7AB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016c2bf7b9_0_42:notes">
            <a:extLst>
              <a:ext uri="{FF2B5EF4-FFF2-40B4-BE49-F238E27FC236}">
                <a16:creationId xmlns:a16="http://schemas.microsoft.com/office/drawing/2014/main" id="{2F6F8701-3A27-C092-7DE9-F4E1CCEDD4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6941939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F92347CE-54CD-E871-88A6-3C031B659CDC}"/>
            </a:ext>
          </a:extLst>
        </p:cNvPr>
        <p:cNvGrpSpPr/>
        <p:nvPr/>
      </p:nvGrpSpPr>
      <p:grpSpPr>
        <a:xfrm>
          <a:off x="0" y="0"/>
          <a:ext cx="0" cy="0"/>
          <a:chOff x="0" y="0"/>
          <a:chExt cx="0" cy="0"/>
        </a:xfrm>
      </p:grpSpPr>
      <p:sp>
        <p:nvSpPr>
          <p:cNvPr id="97" name="Google Shape;97;g3016c2bf7b9_0_67:notes">
            <a:extLst>
              <a:ext uri="{FF2B5EF4-FFF2-40B4-BE49-F238E27FC236}">
                <a16:creationId xmlns:a16="http://schemas.microsoft.com/office/drawing/2014/main" id="{1896F876-FB47-2DFE-FE72-FA12B27725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016c2bf7b9_0_67:notes">
            <a:extLst>
              <a:ext uri="{FF2B5EF4-FFF2-40B4-BE49-F238E27FC236}">
                <a16:creationId xmlns:a16="http://schemas.microsoft.com/office/drawing/2014/main" id="{32B30633-C822-61BE-BD66-BED2EAB3FB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5314580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a:extLst>
            <a:ext uri="{FF2B5EF4-FFF2-40B4-BE49-F238E27FC236}">
              <a16:creationId xmlns:a16="http://schemas.microsoft.com/office/drawing/2014/main" id="{95E9AFAF-50A9-5684-4EA7-6847A6096307}"/>
            </a:ext>
          </a:extLst>
        </p:cNvPr>
        <p:cNvGrpSpPr/>
        <p:nvPr/>
      </p:nvGrpSpPr>
      <p:grpSpPr>
        <a:xfrm>
          <a:off x="0" y="0"/>
          <a:ext cx="0" cy="0"/>
          <a:chOff x="0" y="0"/>
          <a:chExt cx="0" cy="0"/>
        </a:xfrm>
      </p:grpSpPr>
      <p:sp>
        <p:nvSpPr>
          <p:cNvPr id="157" name="Google Shape;157;g3016c2bf7b9_0_47:notes">
            <a:extLst>
              <a:ext uri="{FF2B5EF4-FFF2-40B4-BE49-F238E27FC236}">
                <a16:creationId xmlns:a16="http://schemas.microsoft.com/office/drawing/2014/main" id="{B6B2784A-9665-4603-3598-55193DA6EA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016c2bf7b9_0_47:notes">
            <a:extLst>
              <a:ext uri="{FF2B5EF4-FFF2-40B4-BE49-F238E27FC236}">
                <a16:creationId xmlns:a16="http://schemas.microsoft.com/office/drawing/2014/main" id="{A5E3F54F-CCD0-0160-0D22-4674B6B3484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04854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dirty="0"/>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GB" sz="2000"/>
              <a:t>Thank you both for participating in our experiment!</a:t>
            </a:r>
            <a:endParaRPr sz="2000"/>
          </a:p>
          <a:p>
            <a:pPr marL="0" lvl="0" indent="0" algn="ctr" rtl="0">
              <a:spcBef>
                <a:spcPts val="0"/>
              </a:spcBef>
              <a:spcAft>
                <a:spcPts val="0"/>
              </a:spcAft>
              <a:buNone/>
            </a:pPr>
            <a:r>
              <a:rPr lang="en-GB" sz="2000"/>
              <a:t>While the researchers help you set up with the EEG cap, we’ll explain the task you’ll be doing with your friend.</a:t>
            </a:r>
            <a:endParaRPr sz="2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r>
              <a:rPr lang="en-GB" sz="2000" dirty="0"/>
              <a:t>You’ll be playing a guessing game based on yes-or-no questions. In each round, one player will see a word displayed on the screen representing an object, person, or place. The other players must guess what it is by asking questions that can only be answered with </a:t>
            </a:r>
            <a:r>
              <a:rPr lang="en-GB" sz="2000" b="1" dirty="0"/>
              <a:t>‘Yes’ </a:t>
            </a:r>
            <a:r>
              <a:rPr lang="en-GB" sz="2000" dirty="0"/>
              <a:t>or </a:t>
            </a:r>
            <a:r>
              <a:rPr lang="en-GB" sz="2000" b="1" dirty="0"/>
              <a:t>‘No’</a:t>
            </a:r>
            <a:r>
              <a:rPr lang="en-GB" sz="2000" dirty="0"/>
              <a:t>.</a:t>
            </a:r>
            <a:endParaRPr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5"/>
          <p:cNvSpPr txBox="1">
            <a:spLocks noGrp="1"/>
          </p:cNvSpPr>
          <p:nvPr>
            <p:ph type="ctrTitle"/>
          </p:nvPr>
        </p:nvSpPr>
        <p:spPr>
          <a:xfrm>
            <a:off x="311708" y="2386100"/>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100" u="sng" dirty="0"/>
              <a:t>How to Play</a:t>
            </a:r>
            <a:r>
              <a:rPr lang="en-GB" sz="2100" dirty="0"/>
              <a:t>:</a:t>
            </a:r>
            <a:endParaRPr sz="2100" dirty="0"/>
          </a:p>
          <a:p>
            <a:pPr marL="457200" lvl="0" indent="-355600" algn="l" rtl="0">
              <a:spcBef>
                <a:spcPts val="0"/>
              </a:spcBef>
              <a:spcAft>
                <a:spcPts val="0"/>
              </a:spcAft>
              <a:buSzPts val="2000"/>
              <a:buChar char="●"/>
            </a:pPr>
            <a:r>
              <a:rPr lang="en-GB" sz="2000" dirty="0"/>
              <a:t>One player is chosen to be the "Knower", while the other player is the "Guesser."</a:t>
            </a:r>
            <a:endParaRPr sz="2000" dirty="0"/>
          </a:p>
          <a:p>
            <a:pPr marL="457200" lvl="0" indent="-355600" algn="l" rtl="0">
              <a:spcBef>
                <a:spcPts val="0"/>
              </a:spcBef>
              <a:spcAft>
                <a:spcPts val="0"/>
              </a:spcAft>
              <a:buSzPts val="2000"/>
              <a:buChar char="●"/>
            </a:pPr>
            <a:r>
              <a:rPr lang="en-GB" sz="2000" dirty="0"/>
              <a:t>The Knower will see a word (representing an object, meal, profession or animal) displayed on the screen, which the Guesser must try to identify.</a:t>
            </a:r>
            <a:endParaRPr sz="2000" dirty="0"/>
          </a:p>
          <a:p>
            <a:pPr marL="457200" lvl="0" indent="-355600" algn="l" rtl="0">
              <a:spcBef>
                <a:spcPts val="0"/>
              </a:spcBef>
              <a:spcAft>
                <a:spcPts val="0"/>
              </a:spcAft>
              <a:buSzPts val="2000"/>
              <a:buChar char="●"/>
            </a:pPr>
            <a:r>
              <a:rPr lang="en-GB" sz="2000" dirty="0"/>
              <a:t>The Guesser begins asking yes-or-no questions to narrow down the possibilities, and the Knower can only respond with "yes" or "no."</a:t>
            </a:r>
            <a:endParaRPr sz="2000" dirty="0"/>
          </a:p>
          <a:p>
            <a:pPr marL="457200" lvl="0" indent="-355600" algn="l" rtl="0">
              <a:spcBef>
                <a:spcPts val="0"/>
              </a:spcBef>
              <a:spcAft>
                <a:spcPts val="0"/>
              </a:spcAft>
              <a:buSzPts val="2000"/>
              <a:buChar char="●"/>
            </a:pPr>
            <a:r>
              <a:rPr lang="en-GB" sz="2000" dirty="0"/>
              <a:t>The Guesser has 90 seconds to guess the correct answer.</a:t>
            </a:r>
            <a:endParaRPr sz="2000" dirty="0"/>
          </a:p>
          <a:p>
            <a:pPr marL="457200" lvl="0" indent="-355600" algn="l" rtl="0">
              <a:spcBef>
                <a:spcPts val="0"/>
              </a:spcBef>
              <a:spcAft>
                <a:spcPts val="0"/>
              </a:spcAft>
              <a:buSzPts val="2000"/>
              <a:buChar char="●"/>
            </a:pPr>
            <a:r>
              <a:rPr lang="en-GB" sz="2000" dirty="0"/>
              <a:t>After the round, the roles switch: the Guesser becomes the Knower, and vice versa.</a:t>
            </a:r>
            <a:endParaRPr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sz="2355" u="sng"/>
              <a:t>Example Game:</a:t>
            </a:r>
            <a:endParaRPr sz="2355" u="sng"/>
          </a:p>
          <a:p>
            <a:pPr marL="1828800" lvl="0" indent="0" algn="l" rtl="0">
              <a:spcBef>
                <a:spcPts val="0"/>
              </a:spcBef>
              <a:spcAft>
                <a:spcPts val="0"/>
              </a:spcAft>
              <a:buNone/>
            </a:pPr>
            <a:endParaRPr sz="2200"/>
          </a:p>
          <a:p>
            <a:pPr marL="1828800" lvl="0" indent="0" algn="l" rtl="0">
              <a:lnSpc>
                <a:spcPct val="50000"/>
              </a:lnSpc>
              <a:spcBef>
                <a:spcPts val="0"/>
              </a:spcBef>
              <a:spcAft>
                <a:spcPts val="0"/>
              </a:spcAft>
              <a:buNone/>
            </a:pPr>
            <a:r>
              <a:rPr lang="en-GB" sz="2200"/>
              <a:t>The Knower sees the word "</a:t>
            </a:r>
            <a:r>
              <a:rPr lang="en-GB" sz="2200" b="1"/>
              <a:t>cat</a:t>
            </a:r>
            <a:r>
              <a:rPr lang="en-GB" sz="2200"/>
              <a:t>."</a:t>
            </a:r>
            <a:endParaRPr sz="2200"/>
          </a:p>
          <a:p>
            <a:pPr marL="1828800" lvl="0" indent="0" algn="l" rtl="0">
              <a:spcBef>
                <a:spcPts val="0"/>
              </a:spcBef>
              <a:spcAft>
                <a:spcPts val="0"/>
              </a:spcAft>
              <a:buNone/>
            </a:pPr>
            <a:endParaRPr sz="2200"/>
          </a:p>
          <a:p>
            <a:pPr marL="1828800" lvl="0" indent="-354330" algn="l" rtl="0">
              <a:spcBef>
                <a:spcPts val="0"/>
              </a:spcBef>
              <a:spcAft>
                <a:spcPts val="0"/>
              </a:spcAft>
              <a:buSzPct val="100000"/>
              <a:buChar char="●"/>
            </a:pPr>
            <a:r>
              <a:rPr lang="en-GB" sz="2200"/>
              <a:t>Guesser: "Is it an animal?"</a:t>
            </a:r>
            <a:endParaRPr sz="2200"/>
          </a:p>
          <a:p>
            <a:pPr marL="1828800" lvl="0" indent="-354330" algn="l" rtl="0">
              <a:spcBef>
                <a:spcPts val="0"/>
              </a:spcBef>
              <a:spcAft>
                <a:spcPts val="0"/>
              </a:spcAft>
              <a:buSzPct val="100000"/>
              <a:buChar char="❏"/>
            </a:pPr>
            <a:r>
              <a:rPr lang="en-GB" sz="2200"/>
              <a:t>Knower: "Yes."</a:t>
            </a:r>
            <a:endParaRPr sz="2200"/>
          </a:p>
          <a:p>
            <a:pPr marL="1828800" lvl="0" indent="-354330" algn="l" rtl="0">
              <a:spcBef>
                <a:spcPts val="0"/>
              </a:spcBef>
              <a:spcAft>
                <a:spcPts val="0"/>
              </a:spcAft>
              <a:buSzPct val="100000"/>
              <a:buChar char="●"/>
            </a:pPr>
            <a:r>
              <a:rPr lang="en-GB" sz="2200"/>
              <a:t>Guesser: "Is it a domestic animal?"</a:t>
            </a:r>
            <a:endParaRPr sz="2200"/>
          </a:p>
          <a:p>
            <a:pPr marL="1828800" lvl="0" indent="-354330" algn="l" rtl="0">
              <a:spcBef>
                <a:spcPts val="0"/>
              </a:spcBef>
              <a:spcAft>
                <a:spcPts val="0"/>
              </a:spcAft>
              <a:buSzPct val="100000"/>
              <a:buChar char="❏"/>
            </a:pPr>
            <a:r>
              <a:rPr lang="en-GB" sz="2200"/>
              <a:t>Knower: "Yes."</a:t>
            </a:r>
            <a:endParaRPr sz="2200"/>
          </a:p>
          <a:p>
            <a:pPr marL="1828800" lvl="0" indent="-354330" algn="l" rtl="0">
              <a:spcBef>
                <a:spcPts val="0"/>
              </a:spcBef>
              <a:spcAft>
                <a:spcPts val="0"/>
              </a:spcAft>
              <a:buSzPct val="100000"/>
              <a:buChar char="●"/>
            </a:pPr>
            <a:r>
              <a:rPr lang="en-GB" sz="2200"/>
              <a:t>Guesser: "Does it bark?"</a:t>
            </a:r>
            <a:endParaRPr sz="2200"/>
          </a:p>
          <a:p>
            <a:pPr marL="1828800" lvl="0" indent="-354330" algn="l" rtl="0">
              <a:spcBef>
                <a:spcPts val="0"/>
              </a:spcBef>
              <a:spcAft>
                <a:spcPts val="0"/>
              </a:spcAft>
              <a:buSzPct val="100000"/>
              <a:buChar char="❏"/>
            </a:pPr>
            <a:r>
              <a:rPr lang="en-GB" sz="2200"/>
              <a:t>Knower: "No."</a:t>
            </a:r>
            <a:endParaRPr sz="2200"/>
          </a:p>
          <a:p>
            <a:pPr marL="1828800" lvl="0" indent="-354330" algn="l" rtl="0">
              <a:spcBef>
                <a:spcPts val="0"/>
              </a:spcBef>
              <a:spcAft>
                <a:spcPts val="0"/>
              </a:spcAft>
              <a:buSzPct val="100000"/>
              <a:buChar char="●"/>
            </a:pPr>
            <a:r>
              <a:rPr lang="en-GB" sz="2200"/>
              <a:t>Guesser: "Does it meow?"</a:t>
            </a:r>
            <a:endParaRPr sz="2200"/>
          </a:p>
          <a:p>
            <a:pPr marL="1828800" lvl="0" indent="-354330" algn="l" rtl="0">
              <a:spcBef>
                <a:spcPts val="0"/>
              </a:spcBef>
              <a:spcAft>
                <a:spcPts val="0"/>
              </a:spcAft>
              <a:buSzPct val="100000"/>
              <a:buChar char="❏"/>
            </a:pPr>
            <a:r>
              <a:rPr lang="en-GB" sz="2200"/>
              <a:t>Knower: "Yes."</a:t>
            </a:r>
            <a:endParaRPr sz="2200"/>
          </a:p>
          <a:p>
            <a:pPr marL="1828800" lvl="0" indent="-354330" algn="l" rtl="0">
              <a:spcBef>
                <a:spcPts val="0"/>
              </a:spcBef>
              <a:spcAft>
                <a:spcPts val="0"/>
              </a:spcAft>
              <a:buSzPct val="100000"/>
              <a:buChar char="●"/>
            </a:pPr>
            <a:r>
              <a:rPr lang="en-GB" sz="2200"/>
              <a:t>Guesser: "Is it a cat?"</a:t>
            </a:r>
            <a:endParaRPr sz="2200"/>
          </a:p>
          <a:p>
            <a:pPr marL="1828800" lvl="0" indent="-354330" algn="l" rtl="0">
              <a:spcBef>
                <a:spcPts val="0"/>
              </a:spcBef>
              <a:spcAft>
                <a:spcPts val="0"/>
              </a:spcAft>
              <a:buSzPct val="100000"/>
              <a:buChar char="❏"/>
            </a:pPr>
            <a:r>
              <a:rPr lang="en-GB" sz="2200"/>
              <a:t>Knower: "Yes."</a:t>
            </a:r>
            <a:endParaRPr sz="2200"/>
          </a:p>
          <a:p>
            <a:pPr marL="0" lvl="0" indent="0" algn="l"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100" u="sng" dirty="0"/>
              <a:t>Important Points to Keep in Mind</a:t>
            </a:r>
            <a:endParaRPr sz="2100" u="sng" dirty="0"/>
          </a:p>
          <a:p>
            <a:pPr marL="0" lvl="0" indent="0" algn="l" rtl="0">
              <a:spcBef>
                <a:spcPts val="0"/>
              </a:spcBef>
              <a:spcAft>
                <a:spcPts val="0"/>
              </a:spcAft>
              <a:buNone/>
            </a:pPr>
            <a:endParaRPr sz="2000" dirty="0"/>
          </a:p>
          <a:p>
            <a:pPr marL="0" lvl="0" indent="0" algn="l" rtl="0">
              <a:spcBef>
                <a:spcPts val="0"/>
              </a:spcBef>
              <a:spcAft>
                <a:spcPts val="0"/>
              </a:spcAft>
              <a:buNone/>
            </a:pPr>
            <a:r>
              <a:rPr lang="en-GB" sz="2000" b="1" dirty="0"/>
              <a:t>Ask Relevant Questions</a:t>
            </a:r>
            <a:r>
              <a:rPr lang="en-GB" sz="2000" dirty="0"/>
              <a:t>:</a:t>
            </a:r>
            <a:endParaRPr sz="2000" dirty="0"/>
          </a:p>
          <a:p>
            <a:pPr marL="0" lvl="0" indent="0" algn="l" rtl="0">
              <a:spcBef>
                <a:spcPts val="0"/>
              </a:spcBef>
              <a:spcAft>
                <a:spcPts val="0"/>
              </a:spcAft>
              <a:buNone/>
            </a:pPr>
            <a:r>
              <a:rPr lang="en-GB" sz="2000" dirty="0"/>
              <a:t>Always ask questions directly related to the word you are trying to guess. For instance, if you think the word is “cat,” focus on questions like “Does it meow?” or “Is it a pet?” Avoid using elimination strategies by asking unrelated or negative questions (e.g., “Is it not a bird?”).</a:t>
            </a:r>
            <a:endParaRPr sz="2000" dirty="0"/>
          </a:p>
          <a:p>
            <a:pPr marL="0" lvl="0" indent="0" algn="l" rtl="0">
              <a:spcBef>
                <a:spcPts val="0"/>
              </a:spcBef>
              <a:spcAft>
                <a:spcPts val="0"/>
              </a:spcAft>
              <a:buNone/>
            </a:pPr>
            <a:endParaRPr sz="2000" dirty="0"/>
          </a:p>
          <a:p>
            <a:pPr marL="0" lvl="0" indent="0" algn="l" rtl="0">
              <a:spcBef>
                <a:spcPts val="0"/>
              </a:spcBef>
              <a:spcAft>
                <a:spcPts val="0"/>
              </a:spcAft>
              <a:buNone/>
            </a:pPr>
            <a:r>
              <a:rPr lang="en-GB" sz="2000" b="1" dirty="0"/>
              <a:t>Time Limit</a:t>
            </a:r>
            <a:r>
              <a:rPr lang="en-GB" sz="2000" dirty="0"/>
              <a:t>:</a:t>
            </a:r>
            <a:endParaRPr sz="2000" dirty="0"/>
          </a:p>
          <a:p>
            <a:pPr marL="0" lvl="0" indent="0" algn="l" rtl="0">
              <a:spcBef>
                <a:spcPts val="0"/>
              </a:spcBef>
              <a:spcAft>
                <a:spcPts val="0"/>
              </a:spcAft>
              <a:buNone/>
            </a:pPr>
            <a:r>
              <a:rPr lang="en-GB" sz="2000" dirty="0"/>
              <a:t>Each round lasts 60 seconds (1 minute). After this time, your turn as Guesser or Knower ends, and the roles switch.</a:t>
            </a:r>
            <a:endParaRPr sz="2000" dirty="0"/>
          </a:p>
          <a:p>
            <a:pPr marL="0" lvl="0" indent="0" algn="l" rtl="0">
              <a:spcBef>
                <a:spcPts val="0"/>
              </a:spcBef>
              <a:spcAft>
                <a:spcPts val="0"/>
              </a:spcAft>
              <a:buNone/>
            </a:pPr>
            <a:endParaRPr sz="2000" dirty="0"/>
          </a:p>
          <a:p>
            <a:pPr marL="0" lvl="0" indent="0" algn="l" rtl="0">
              <a:spcBef>
                <a:spcPts val="0"/>
              </a:spcBef>
              <a:spcAft>
                <a:spcPts val="0"/>
              </a:spcAft>
              <a:buNone/>
            </a:pPr>
            <a:endParaRPr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100" u="sng" dirty="0"/>
              <a:t>Important Points to Keep in Mind</a:t>
            </a:r>
            <a:endParaRPr sz="2100" u="sng" dirty="0"/>
          </a:p>
          <a:p>
            <a:pPr marL="0" lvl="0" indent="0" algn="l" rtl="0">
              <a:spcBef>
                <a:spcPts val="0"/>
              </a:spcBef>
              <a:spcAft>
                <a:spcPts val="0"/>
              </a:spcAft>
              <a:buNone/>
            </a:pPr>
            <a:endParaRPr sz="2000" dirty="0"/>
          </a:p>
          <a:p>
            <a:pPr marL="0" lvl="0" indent="0" algn="l" rtl="0">
              <a:spcBef>
                <a:spcPts val="0"/>
              </a:spcBef>
              <a:spcAft>
                <a:spcPts val="0"/>
              </a:spcAft>
              <a:buNone/>
            </a:pPr>
            <a:r>
              <a:rPr lang="en-GB" sz="2000" b="1" dirty="0"/>
              <a:t>Using the Response Pad:</a:t>
            </a:r>
            <a:endParaRPr sz="2000" b="1" dirty="0"/>
          </a:p>
          <a:p>
            <a:pPr marL="0" lvl="0" indent="0" algn="l" rtl="0">
              <a:spcBef>
                <a:spcPts val="0"/>
              </a:spcBef>
              <a:spcAft>
                <a:spcPts val="0"/>
              </a:spcAft>
              <a:buNone/>
            </a:pPr>
            <a:r>
              <a:rPr lang="en-GB" sz="2000" dirty="0"/>
              <a:t>The Knower should answer the Guesser verbally with “Yes" or “No" but should also record each response on the response pad using the dedicated keys. Note that the keys vary based on whether you are participant A or participant B.</a:t>
            </a:r>
            <a:endParaRPr sz="2000" dirty="0"/>
          </a:p>
          <a:p>
            <a:pPr marL="0" lvl="0" indent="0" algn="l" rtl="0">
              <a:spcBef>
                <a:spcPts val="0"/>
              </a:spcBef>
              <a:spcAft>
                <a:spcPts val="0"/>
              </a:spcAft>
              <a:buNone/>
            </a:pPr>
            <a:endParaRPr sz="2000" dirty="0"/>
          </a:p>
          <a:p>
            <a:pPr marL="0" lvl="0" indent="0" algn="l" rtl="0">
              <a:spcBef>
                <a:spcPts val="0"/>
              </a:spcBef>
              <a:spcAft>
                <a:spcPts val="0"/>
              </a:spcAft>
              <a:buNone/>
            </a:pPr>
            <a:r>
              <a:rPr lang="en-GB" sz="2000" dirty="0"/>
              <a:t>After each turn, the Knower should pass the response pad to the other participant when switching roles.</a:t>
            </a:r>
            <a:endParaRPr sz="2000" dirty="0"/>
          </a:p>
          <a:p>
            <a:pPr marL="0" lvl="0" indent="0" algn="l" rtl="0">
              <a:spcBef>
                <a:spcPts val="0"/>
              </a:spcBef>
              <a:spcAft>
                <a:spcPts val="0"/>
              </a:spcAft>
              <a:buNone/>
            </a:pPr>
            <a:endParaRPr sz="2000" b="1" dirty="0"/>
          </a:p>
          <a:p>
            <a:pPr marL="0" lvl="0" indent="0" algn="l" rtl="0">
              <a:spcBef>
                <a:spcPts val="0"/>
              </a:spcBef>
              <a:spcAft>
                <a:spcPts val="0"/>
              </a:spcAft>
              <a:buNone/>
            </a:pPr>
            <a:r>
              <a:rPr lang="en-GB" sz="2000" b="1" dirty="0"/>
              <a:t>Stay in the Camera Area:</a:t>
            </a:r>
            <a:endParaRPr sz="2000" b="1" dirty="0"/>
          </a:p>
          <a:p>
            <a:pPr marL="0" lvl="0" indent="0" algn="l" rtl="0">
              <a:spcBef>
                <a:spcPts val="0"/>
              </a:spcBef>
              <a:spcAft>
                <a:spcPts val="0"/>
              </a:spcAft>
              <a:buNone/>
            </a:pPr>
            <a:r>
              <a:rPr lang="en-GB" sz="2000" dirty="0"/>
              <a:t>The session will be recorded on video, so please ensure you stay within the camera’s view.</a:t>
            </a:r>
            <a:endParaRPr sz="2000" dirty="0"/>
          </a:p>
          <a:p>
            <a:pPr marL="0" lvl="0" indent="0" algn="l" rtl="0">
              <a:spcBef>
                <a:spcPts val="0"/>
              </a:spcBef>
              <a:spcAft>
                <a:spcPts val="0"/>
              </a:spcAft>
              <a:buNone/>
            </a:pPr>
            <a:endParaRPr sz="2000" b="1" dirty="0"/>
          </a:p>
          <a:p>
            <a:pPr marL="0" lvl="0" indent="0" algn="l" rtl="0">
              <a:spcBef>
                <a:spcPts val="0"/>
              </a:spcBef>
              <a:spcAft>
                <a:spcPts val="0"/>
              </a:spcAft>
              <a:buNone/>
            </a:pPr>
            <a:endParaRPr sz="2000" b="1" dirty="0"/>
          </a:p>
          <a:p>
            <a:pPr marL="0" lvl="0" indent="0" algn="l" rtl="0">
              <a:spcBef>
                <a:spcPts val="0"/>
              </a:spcBef>
              <a:spcAft>
                <a:spcPts val="0"/>
              </a:spcAft>
              <a:buNone/>
            </a:pPr>
            <a:endParaRPr sz="2000" dirty="0"/>
          </a:p>
          <a:p>
            <a:pPr marL="0" lvl="0" indent="0" algn="l" rtl="0">
              <a:spcBef>
                <a:spcPts val="0"/>
              </a:spcBef>
              <a:spcAft>
                <a:spcPts val="0"/>
              </a:spcAft>
              <a:buNone/>
            </a:pPr>
            <a:endParaRPr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100" u="sng" dirty="0"/>
              <a:t>Important Points to Keep in Mind</a:t>
            </a:r>
            <a:endParaRPr sz="2100" u="sng" dirty="0"/>
          </a:p>
          <a:p>
            <a:pPr marL="0" lvl="0" indent="0" algn="l" rtl="0">
              <a:spcBef>
                <a:spcPts val="0"/>
              </a:spcBef>
              <a:spcAft>
                <a:spcPts val="0"/>
              </a:spcAft>
              <a:buNone/>
            </a:pPr>
            <a:endParaRPr sz="2000" dirty="0"/>
          </a:p>
          <a:p>
            <a:pPr marL="0" lvl="0" indent="0" algn="l" rtl="0">
              <a:spcBef>
                <a:spcPts val="0"/>
              </a:spcBef>
              <a:spcAft>
                <a:spcPts val="0"/>
              </a:spcAft>
              <a:buNone/>
            </a:pPr>
            <a:r>
              <a:rPr lang="en-GB" sz="2000" b="1" dirty="0"/>
              <a:t>Controlling the Presentation Slides:</a:t>
            </a:r>
            <a:endParaRPr sz="2000" b="1" dirty="0"/>
          </a:p>
          <a:p>
            <a:pPr marL="0" lvl="0" indent="0" algn="l" rtl="0">
              <a:spcBef>
                <a:spcPts val="0"/>
              </a:spcBef>
              <a:spcAft>
                <a:spcPts val="0"/>
              </a:spcAft>
              <a:buNone/>
            </a:pPr>
            <a:r>
              <a:rPr lang="en-GB" sz="2000" dirty="0"/>
              <a:t>Both of you have control over starting each trial after you’re ready and have exchanged the response pad. It’s up to you to decide who advances the slides. The screen is shared, so both participants have equal access to the mouse and keyboard for this purpose.</a:t>
            </a:r>
            <a:endParaRPr sz="2000" b="1" dirty="0"/>
          </a:p>
          <a:p>
            <a:pPr marL="0" lvl="0" indent="0" algn="l" rtl="0">
              <a:spcBef>
                <a:spcPts val="0"/>
              </a:spcBef>
              <a:spcAft>
                <a:spcPts val="0"/>
              </a:spcAft>
              <a:buNone/>
            </a:pPr>
            <a:endParaRPr sz="2000" b="1" dirty="0"/>
          </a:p>
          <a:p>
            <a:pPr marL="0" lvl="0" indent="0" algn="l" rtl="0">
              <a:spcBef>
                <a:spcPts val="0"/>
              </a:spcBef>
              <a:spcAft>
                <a:spcPts val="0"/>
              </a:spcAft>
              <a:buNone/>
            </a:pPr>
            <a:r>
              <a:rPr lang="en-GB" sz="2000" dirty="0"/>
              <a:t>On the table, you’ll find a printed template with suggested questions for each of the five topics we’ll cover. Feel free to use it as a guide, but using it is entirely up to you.</a:t>
            </a:r>
            <a:endParaRPr sz="2000" dirty="0"/>
          </a:p>
          <a:p>
            <a:pPr marL="0" lvl="0" indent="0" algn="l" rtl="0">
              <a:spcBef>
                <a:spcPts val="0"/>
              </a:spcBef>
              <a:spcAft>
                <a:spcPts val="0"/>
              </a:spcAft>
              <a:buNone/>
            </a:pPr>
            <a:endParaRPr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000" dirty="0"/>
              <a:t>The researcher will now block part of your screen, and we’ll begin a short training session.</a:t>
            </a:r>
            <a:br>
              <a:rPr lang="en-GB" sz="2000" dirty="0"/>
            </a:br>
            <a:br>
              <a:rPr lang="en-GB" sz="2000" dirty="0"/>
            </a:br>
            <a:r>
              <a:rPr lang="en-GB" sz="2000" dirty="0"/>
              <a:t>Please take your time before jumping to conclusions, even if you feel confident. Focus on asking questions first. Use the time available to gather information through questions to guide your guess.</a:t>
            </a:r>
            <a:br>
              <a:rPr lang="en-GB" sz="2000" dirty="0"/>
            </a:br>
            <a:br>
              <a:rPr lang="en-GB" sz="2000" dirty="0"/>
            </a:br>
            <a:r>
              <a:rPr lang="en-GB" sz="2000" u="sng" dirty="0"/>
              <a:t>Go to the next slide when you are ready to start the practice trials</a:t>
            </a:r>
            <a:r>
              <a:rPr lang="en-GB" sz="2000" dirty="0"/>
              <a:t>.</a:t>
            </a:r>
            <a:endParaRPr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21"/>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Animals. The word is:</a:t>
            </a:r>
            <a:endParaRPr sz="1350" dirty="0"/>
          </a:p>
          <a:p>
            <a:pPr marL="342900" lvl="0" algn="ctr" rtl="0">
              <a:lnSpc>
                <a:spcPct val="95000"/>
              </a:lnSpc>
              <a:spcBef>
                <a:spcPts val="1200"/>
              </a:spcBef>
              <a:spcAft>
                <a:spcPts val="0"/>
              </a:spcAft>
              <a:buSzPts val="275"/>
              <a:buAutoNum type="arabicPeriod"/>
            </a:pPr>
            <a:r>
              <a:rPr lang="en-GB" sz="1350" b="1" dirty="0">
                <a:solidFill>
                  <a:schemeClr val="tx1"/>
                </a:solidFill>
              </a:rPr>
              <a:t>Cat</a:t>
            </a:r>
            <a:r>
              <a:rPr lang="en-GB" sz="1350" b="1" dirty="0"/>
              <a:t> </a:t>
            </a:r>
          </a:p>
          <a:p>
            <a:pPr marL="342900" lvl="0" algn="ctr" rtl="0">
              <a:lnSpc>
                <a:spcPct val="95000"/>
              </a:lnSpc>
              <a:spcBef>
                <a:spcPts val="1200"/>
              </a:spcBef>
              <a:spcAft>
                <a:spcPts val="0"/>
              </a:spcAft>
              <a:buSzPts val="275"/>
              <a:buAutoNum type="arabicPeriod"/>
            </a:pPr>
            <a:r>
              <a:rPr lang="en-GB" sz="1350" dirty="0"/>
              <a:t>(THIS IS A TRAINING TRIAL)</a:t>
            </a:r>
          </a:p>
          <a:p>
            <a:pPr marL="342900" lvl="0" algn="ctr" rtl="0">
              <a:lnSpc>
                <a:spcPct val="95000"/>
              </a:lnSpc>
              <a:spcBef>
                <a:spcPts val="1200"/>
              </a:spcBef>
              <a:spcAft>
                <a:spcPts val="0"/>
              </a:spcAft>
              <a:buSzPts val="275"/>
              <a:buAutoNum type="arabicPeriod"/>
            </a:pPr>
            <a:endParaRPr sz="1350" dirty="0"/>
          </a:p>
          <a:p>
            <a:pPr marL="0" lvl="0" indent="0" algn="l" rtl="0">
              <a:lnSpc>
                <a:spcPct val="95000"/>
              </a:lnSpc>
              <a:spcBef>
                <a:spcPts val="1200"/>
              </a:spcBef>
              <a:spcAft>
                <a:spcPts val="1200"/>
              </a:spcAft>
              <a:buSzPts val="275"/>
              <a:buNone/>
            </a:pPr>
            <a:endParaRPr sz="1350" dirty="0"/>
          </a:p>
        </p:txBody>
      </p:sp>
      <p:sp>
        <p:nvSpPr>
          <p:cNvPr id="95" name="Google Shape;95;p21"/>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Animals.</a:t>
            </a:r>
            <a:endParaRPr sz="1350" dirty="0"/>
          </a:p>
          <a:p>
            <a:pPr marL="0" lvl="0" indent="0" algn="ctr" rtl="0">
              <a:lnSpc>
                <a:spcPct val="95000"/>
              </a:lnSpc>
              <a:spcBef>
                <a:spcPts val="1200"/>
              </a:spcBef>
              <a:spcAft>
                <a:spcPts val="1200"/>
              </a:spcAft>
              <a:buClr>
                <a:schemeClr val="dk1"/>
              </a:buClr>
              <a:buSzPts val="275"/>
              <a:buFont typeface="Arial"/>
              <a:buNone/>
            </a:pPr>
            <a:r>
              <a:rPr lang="en-GB" sz="1350" dirty="0"/>
              <a:t>(THIS IS A TRAINING TRIAL)</a:t>
            </a:r>
            <a:endParaRPr sz="1350" dirty="0"/>
          </a:p>
        </p:txBody>
      </p:sp>
    </p:spTree>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22"/>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0"/>
              </a:spcAft>
              <a:buSzPts val="275"/>
              <a:buNone/>
            </a:pPr>
            <a:r>
              <a:rPr lang="en-GB" sz="1350"/>
              <a:t>When you’re both ready, you can begin the next trial.</a:t>
            </a:r>
            <a:endParaRPr sz="1350"/>
          </a:p>
          <a:p>
            <a:pPr marL="0" lvl="0" indent="0" algn="l" rtl="0">
              <a:lnSpc>
                <a:spcPct val="95000"/>
              </a:lnSpc>
              <a:spcBef>
                <a:spcPts val="1200"/>
              </a:spcBef>
              <a:spcAft>
                <a:spcPts val="1200"/>
              </a:spcAft>
              <a:buSzPts val="275"/>
              <a:buNone/>
            </a:pPr>
            <a:endParaRPr sz="1350"/>
          </a:p>
        </p:txBody>
      </p:sp>
      <p:sp>
        <p:nvSpPr>
          <p:cNvPr id="101" name="Google Shape;101;p22"/>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A</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3"/>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Objects.</a:t>
            </a:r>
            <a:endParaRPr sz="1350" dirty="0"/>
          </a:p>
          <a:p>
            <a:pPr marL="0" lvl="0" indent="0" algn="ctr" rtl="0">
              <a:lnSpc>
                <a:spcPct val="95000"/>
              </a:lnSpc>
              <a:spcBef>
                <a:spcPts val="1200"/>
              </a:spcBef>
              <a:spcAft>
                <a:spcPts val="1200"/>
              </a:spcAft>
              <a:buClr>
                <a:schemeClr val="dk1"/>
              </a:buClr>
              <a:buSzPts val="275"/>
              <a:buFont typeface="Arial"/>
              <a:buNone/>
            </a:pPr>
            <a:r>
              <a:rPr lang="en-GB" sz="1350" dirty="0"/>
              <a:t>(THIS IS A TRAINING TRIAL)</a:t>
            </a:r>
            <a:endParaRPr sz="1350" dirty="0"/>
          </a:p>
        </p:txBody>
      </p:sp>
      <p:sp>
        <p:nvSpPr>
          <p:cNvPr id="107" name="Google Shape;107;p23"/>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Objects. The word is:</a:t>
            </a:r>
            <a:endParaRPr sz="1350" dirty="0"/>
          </a:p>
          <a:p>
            <a:pPr marL="342900" lvl="0" algn="ctr" rtl="0">
              <a:lnSpc>
                <a:spcPct val="95000"/>
              </a:lnSpc>
              <a:spcBef>
                <a:spcPts val="1200"/>
              </a:spcBef>
              <a:spcAft>
                <a:spcPts val="1200"/>
              </a:spcAft>
              <a:buSzPts val="275"/>
              <a:buAutoNum type="arabicPeriod" startAt="2"/>
            </a:pPr>
            <a:r>
              <a:rPr lang="en-GB" sz="1350" b="1" dirty="0"/>
              <a:t>Water bottle </a:t>
            </a:r>
          </a:p>
          <a:p>
            <a:pPr marL="342900" lvl="0" algn="ctr" rtl="0">
              <a:lnSpc>
                <a:spcPct val="95000"/>
              </a:lnSpc>
              <a:spcBef>
                <a:spcPts val="1200"/>
              </a:spcBef>
              <a:spcAft>
                <a:spcPts val="1200"/>
              </a:spcAft>
              <a:buSzPts val="275"/>
              <a:buAutoNum type="arabicPeriod" startAt="2"/>
            </a:pPr>
            <a:r>
              <a:rPr lang="en-GB" sz="1350" dirty="0"/>
              <a:t>(THIS IS A TRAINING TRIAL)</a:t>
            </a:r>
          </a:p>
          <a:p>
            <a:pPr marL="342900" lvl="0" algn="ctr" rtl="0">
              <a:lnSpc>
                <a:spcPct val="95000"/>
              </a:lnSpc>
              <a:spcBef>
                <a:spcPts val="1200"/>
              </a:spcBef>
              <a:spcAft>
                <a:spcPts val="1200"/>
              </a:spcAft>
              <a:buSzPts val="275"/>
              <a:buAutoNum type="arabicPeriod" startAt="2"/>
            </a:pPr>
            <a:endParaRPr sz="1350" b="1" dirty="0"/>
          </a:p>
        </p:txBody>
      </p:sp>
    </p:spTree>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4"/>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B</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
        <p:nvSpPr>
          <p:cNvPr id="113" name="Google Shape;113;p24"/>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1200"/>
              </a:spcAft>
              <a:buSzPts val="275"/>
              <a:buNone/>
            </a:pPr>
            <a:r>
              <a:rPr lang="en-GB" sz="1350"/>
              <a:t>When you’re both ready, you can begin the next trial.</a:t>
            </a:r>
            <a:endParaRPr sz="135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5FA7043D-13E1-0D0D-EEFF-7D6AB517AA91}"/>
            </a:ext>
          </a:extLst>
        </p:cNvPr>
        <p:cNvGrpSpPr/>
        <p:nvPr/>
      </p:nvGrpSpPr>
      <p:grpSpPr>
        <a:xfrm>
          <a:off x="0" y="0"/>
          <a:ext cx="0" cy="0"/>
          <a:chOff x="0" y="0"/>
          <a:chExt cx="0" cy="0"/>
        </a:xfrm>
      </p:grpSpPr>
      <p:sp>
        <p:nvSpPr>
          <p:cNvPr id="112" name="Google Shape;112;p24">
            <a:extLst>
              <a:ext uri="{FF2B5EF4-FFF2-40B4-BE49-F238E27FC236}">
                <a16:creationId xmlns:a16="http://schemas.microsoft.com/office/drawing/2014/main" id="{63AB3601-8E9A-72D6-EEF9-E8AB1275ED69}"/>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The practice has finished.</a:t>
            </a:r>
            <a:endParaRPr sz="1350" b="1" dirty="0"/>
          </a:p>
          <a:p>
            <a:pPr marL="0" lvl="0" indent="0" algn="ctr" rtl="0">
              <a:lnSpc>
                <a:spcPct val="95000"/>
              </a:lnSpc>
              <a:spcBef>
                <a:spcPts val="1200"/>
              </a:spcBef>
              <a:spcAft>
                <a:spcPts val="1200"/>
              </a:spcAft>
              <a:buSzPts val="275"/>
              <a:buNone/>
            </a:pPr>
            <a:r>
              <a:rPr lang="en-GB" sz="1350" dirty="0"/>
              <a:t>When you’re both ready, you can BEGAN THE EXPERIMENT.</a:t>
            </a:r>
            <a:endParaRPr sz="1350" dirty="0"/>
          </a:p>
        </p:txBody>
      </p:sp>
      <p:sp>
        <p:nvSpPr>
          <p:cNvPr id="113" name="Google Shape;113;p24">
            <a:extLst>
              <a:ext uri="{FF2B5EF4-FFF2-40B4-BE49-F238E27FC236}">
                <a16:creationId xmlns:a16="http://schemas.microsoft.com/office/drawing/2014/main" id="{2FF86FA1-8EE1-AB9A-C015-0FF70F1529AF}"/>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The practice has finished.</a:t>
            </a:r>
            <a:endParaRPr lang="en-GB" sz="1350" b="1" dirty="0"/>
          </a:p>
          <a:p>
            <a:pPr marL="0" lvl="0" indent="0" algn="ctr" rtl="0">
              <a:lnSpc>
                <a:spcPct val="95000"/>
              </a:lnSpc>
              <a:spcBef>
                <a:spcPts val="1200"/>
              </a:spcBef>
              <a:spcAft>
                <a:spcPts val="1200"/>
              </a:spcAft>
              <a:buSzPts val="275"/>
              <a:buNone/>
            </a:pPr>
            <a:r>
              <a:rPr lang="en-GB" sz="1350" dirty="0"/>
              <a:t>When you’re both ready, you can BEGAN THE EXPERIMENT.</a:t>
            </a:r>
          </a:p>
        </p:txBody>
      </p:sp>
    </p:spTree>
    <p:extLst>
      <p:ext uri="{BB962C8B-B14F-4D97-AF65-F5344CB8AC3E}">
        <p14:creationId xmlns:p14="http://schemas.microsoft.com/office/powerpoint/2010/main" val="36945415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5"/>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Animals. The word is:</a:t>
            </a:r>
            <a:endParaRPr sz="1350" dirty="0"/>
          </a:p>
          <a:p>
            <a:pPr marL="342900" lvl="0" algn="ctr" rtl="0">
              <a:lnSpc>
                <a:spcPct val="95000"/>
              </a:lnSpc>
              <a:spcBef>
                <a:spcPts val="1200"/>
              </a:spcBef>
              <a:spcAft>
                <a:spcPts val="0"/>
              </a:spcAft>
              <a:buSzPts val="275"/>
              <a:buAutoNum type="arabicPeriod"/>
            </a:pPr>
            <a:r>
              <a:rPr lang="en-GB" sz="1350" b="1" dirty="0">
                <a:solidFill>
                  <a:schemeClr val="tx1"/>
                </a:solidFill>
              </a:rPr>
              <a:t>Dog</a:t>
            </a:r>
          </a:p>
        </p:txBody>
      </p:sp>
      <p:sp>
        <p:nvSpPr>
          <p:cNvPr id="119" name="Google Shape;119;p25"/>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1200"/>
              </a:spcAft>
              <a:buSzPts val="275"/>
              <a:buNone/>
            </a:pPr>
            <a:r>
              <a:rPr lang="en-GB" sz="1350" dirty="0"/>
              <a:t>You are the </a:t>
            </a:r>
            <a:r>
              <a:rPr lang="en-GB" sz="1350" b="1" dirty="0"/>
              <a:t>GUESSER</a:t>
            </a:r>
            <a:r>
              <a:rPr lang="en-GB" sz="1350" dirty="0"/>
              <a:t>. The topic is: Animals.</a:t>
            </a:r>
          </a:p>
        </p:txBody>
      </p:sp>
      <p:sp>
        <p:nvSpPr>
          <p:cNvPr id="2" name="Rectangle 1">
            <a:extLst>
              <a:ext uri="{FF2B5EF4-FFF2-40B4-BE49-F238E27FC236}">
                <a16:creationId xmlns:a16="http://schemas.microsoft.com/office/drawing/2014/main" id="{16877318-885D-C448-BEEF-B3EC1EC9B5AC}"/>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6"/>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0"/>
              </a:spcAft>
              <a:buSzPts val="275"/>
              <a:buNone/>
            </a:pPr>
            <a:r>
              <a:rPr lang="en-GB" sz="1350"/>
              <a:t>When you’re both ready, you can begin the next trial.</a:t>
            </a:r>
            <a:endParaRPr sz="1350"/>
          </a:p>
          <a:p>
            <a:pPr marL="0" lvl="0" indent="0" algn="l" rtl="0">
              <a:lnSpc>
                <a:spcPct val="95000"/>
              </a:lnSpc>
              <a:spcBef>
                <a:spcPts val="1200"/>
              </a:spcBef>
              <a:spcAft>
                <a:spcPts val="1200"/>
              </a:spcAft>
              <a:buSzPts val="275"/>
              <a:buNone/>
            </a:pPr>
            <a:endParaRPr sz="1350"/>
          </a:p>
        </p:txBody>
      </p:sp>
      <p:sp>
        <p:nvSpPr>
          <p:cNvPr id="125" name="Google Shape;125;p26"/>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A</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7"/>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Animals.</a:t>
            </a:r>
          </a:p>
          <a:p>
            <a:pPr marL="0" lvl="0" indent="0" algn="ctr" rtl="0">
              <a:lnSpc>
                <a:spcPct val="95000"/>
              </a:lnSpc>
              <a:spcBef>
                <a:spcPts val="0"/>
              </a:spcBef>
              <a:spcAft>
                <a:spcPts val="0"/>
              </a:spcAft>
              <a:buSzPts val="275"/>
              <a:buNone/>
            </a:pPr>
            <a:endParaRPr lang="en-GB" sz="1350" dirty="0"/>
          </a:p>
          <a:p>
            <a:pPr marL="0" lvl="0" indent="0" algn="l" rtl="0">
              <a:lnSpc>
                <a:spcPct val="95000"/>
              </a:lnSpc>
              <a:spcBef>
                <a:spcPts val="1200"/>
              </a:spcBef>
              <a:spcAft>
                <a:spcPts val="1200"/>
              </a:spcAft>
              <a:buSzPts val="275"/>
              <a:buNone/>
            </a:pPr>
            <a:endParaRPr sz="1350" dirty="0"/>
          </a:p>
        </p:txBody>
      </p:sp>
      <p:sp>
        <p:nvSpPr>
          <p:cNvPr id="131" name="Google Shape;131;p27"/>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Animals. The word is:</a:t>
            </a:r>
            <a:endParaRPr sz="1350" dirty="0"/>
          </a:p>
          <a:p>
            <a:pPr marL="342900" lvl="0" algn="ctr" rtl="0">
              <a:lnSpc>
                <a:spcPct val="95000"/>
              </a:lnSpc>
              <a:spcBef>
                <a:spcPts val="1200"/>
              </a:spcBef>
              <a:spcAft>
                <a:spcPts val="1200"/>
              </a:spcAft>
              <a:buSzPts val="275"/>
              <a:buAutoNum type="arabicPeriod" startAt="2"/>
            </a:pPr>
            <a:r>
              <a:rPr lang="en-GB" sz="1350" b="1" dirty="0">
                <a:solidFill>
                  <a:schemeClr val="tx1"/>
                </a:solidFill>
              </a:rPr>
              <a:t>Horse</a:t>
            </a:r>
          </a:p>
        </p:txBody>
      </p:sp>
      <p:sp>
        <p:nvSpPr>
          <p:cNvPr id="2" name="Rectangle 1">
            <a:extLst>
              <a:ext uri="{FF2B5EF4-FFF2-40B4-BE49-F238E27FC236}">
                <a16:creationId xmlns:a16="http://schemas.microsoft.com/office/drawing/2014/main" id="{D6A1F48B-7196-97C9-BF08-6ABE4D8769AC}"/>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8"/>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Clr>
                <a:schemeClr val="dk1"/>
              </a:buClr>
              <a:buSzPts val="275"/>
              <a:buFont typeface="Arial"/>
              <a:buNone/>
            </a:pPr>
            <a:r>
              <a:rPr lang="en-GB" sz="1350" dirty="0"/>
              <a:t>Take the response pad from your partner. Remember to mark the YES/NO responses using the buttons for </a:t>
            </a:r>
            <a:r>
              <a:rPr lang="en-GB" sz="1350" b="1" dirty="0"/>
              <a:t>participant B</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
        <p:nvSpPr>
          <p:cNvPr id="137" name="Google Shape;137;p28"/>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1200"/>
              </a:spcAft>
              <a:buSzPts val="275"/>
              <a:buNone/>
            </a:pPr>
            <a:r>
              <a:rPr lang="en-GB" sz="1350"/>
              <a:t>When you’re both ready, you can begin the next trial.</a:t>
            </a:r>
            <a:endParaRPr sz="135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9"/>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Animals. The word is:</a:t>
            </a:r>
            <a:endParaRPr sz="1350" dirty="0"/>
          </a:p>
          <a:p>
            <a:pPr marL="342900" lvl="0" algn="ctr" rtl="0">
              <a:lnSpc>
                <a:spcPct val="95000"/>
              </a:lnSpc>
              <a:spcBef>
                <a:spcPts val="1200"/>
              </a:spcBef>
              <a:spcAft>
                <a:spcPts val="1200"/>
              </a:spcAft>
              <a:buSzPts val="275"/>
              <a:buAutoNum type="arabicPeriod" startAt="3"/>
            </a:pPr>
            <a:r>
              <a:rPr lang="en-GB" sz="1350" b="1" dirty="0">
                <a:solidFill>
                  <a:schemeClr val="tx1"/>
                </a:solidFill>
              </a:rPr>
              <a:t>Elephant</a:t>
            </a:r>
          </a:p>
        </p:txBody>
      </p:sp>
      <p:sp>
        <p:nvSpPr>
          <p:cNvPr id="143" name="Google Shape;143;p29"/>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1200"/>
              </a:spcAft>
              <a:buSzPts val="275"/>
              <a:buNone/>
            </a:pPr>
            <a:r>
              <a:rPr lang="en-GB" sz="1350" dirty="0"/>
              <a:t>You are the </a:t>
            </a:r>
            <a:r>
              <a:rPr lang="en-GB" sz="1350" b="1" dirty="0"/>
              <a:t>GUESSER</a:t>
            </a:r>
            <a:r>
              <a:rPr lang="en-GB" sz="1350" dirty="0"/>
              <a:t>. The topic is: Animals.</a:t>
            </a:r>
          </a:p>
        </p:txBody>
      </p:sp>
      <p:sp>
        <p:nvSpPr>
          <p:cNvPr id="2" name="Rectangle 1">
            <a:extLst>
              <a:ext uri="{FF2B5EF4-FFF2-40B4-BE49-F238E27FC236}">
                <a16:creationId xmlns:a16="http://schemas.microsoft.com/office/drawing/2014/main" id="{39F8CA9E-6221-B58E-C593-96B3A658B435}"/>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58D12096-FD96-CBF1-8517-A4CD4EE055CB}"/>
            </a:ext>
          </a:extLst>
        </p:cNvPr>
        <p:cNvGrpSpPr/>
        <p:nvPr/>
      </p:nvGrpSpPr>
      <p:grpSpPr>
        <a:xfrm>
          <a:off x="0" y="0"/>
          <a:ext cx="0" cy="0"/>
          <a:chOff x="0" y="0"/>
          <a:chExt cx="0" cy="0"/>
        </a:xfrm>
      </p:grpSpPr>
      <p:sp>
        <p:nvSpPr>
          <p:cNvPr id="100" name="Google Shape;100;p22">
            <a:extLst>
              <a:ext uri="{FF2B5EF4-FFF2-40B4-BE49-F238E27FC236}">
                <a16:creationId xmlns:a16="http://schemas.microsoft.com/office/drawing/2014/main" id="{8D53966A-B3EE-1273-6606-9A648046F1F0}"/>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0"/>
              </a:spcAft>
              <a:buSzPts val="275"/>
              <a:buNone/>
            </a:pPr>
            <a:r>
              <a:rPr lang="en-GB" sz="1350"/>
              <a:t>When you’re both ready, you can begin the next trial.</a:t>
            </a:r>
            <a:endParaRPr sz="1350"/>
          </a:p>
          <a:p>
            <a:pPr marL="0" lvl="0" indent="0" algn="l" rtl="0">
              <a:lnSpc>
                <a:spcPct val="95000"/>
              </a:lnSpc>
              <a:spcBef>
                <a:spcPts val="1200"/>
              </a:spcBef>
              <a:spcAft>
                <a:spcPts val="1200"/>
              </a:spcAft>
              <a:buSzPts val="275"/>
              <a:buNone/>
            </a:pPr>
            <a:endParaRPr sz="1350"/>
          </a:p>
        </p:txBody>
      </p:sp>
      <p:sp>
        <p:nvSpPr>
          <p:cNvPr id="101" name="Google Shape;101;p22">
            <a:extLst>
              <a:ext uri="{FF2B5EF4-FFF2-40B4-BE49-F238E27FC236}">
                <a16:creationId xmlns:a16="http://schemas.microsoft.com/office/drawing/2014/main" id="{8E072FB7-E4B7-91C1-1D31-B2FCB459518E}"/>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A</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Tree>
    <p:extLst>
      <p:ext uri="{BB962C8B-B14F-4D97-AF65-F5344CB8AC3E}">
        <p14:creationId xmlns:p14="http://schemas.microsoft.com/office/powerpoint/2010/main" val="31860587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30"/>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Animals.</a:t>
            </a:r>
          </a:p>
          <a:p>
            <a:pPr marL="0" lvl="0" indent="0" algn="ctr" rtl="0">
              <a:lnSpc>
                <a:spcPct val="95000"/>
              </a:lnSpc>
              <a:spcBef>
                <a:spcPts val="0"/>
              </a:spcBef>
              <a:spcAft>
                <a:spcPts val="0"/>
              </a:spcAft>
              <a:buSzPts val="275"/>
              <a:buNone/>
            </a:pPr>
            <a:endParaRPr lang="en-GB" sz="1350" dirty="0"/>
          </a:p>
        </p:txBody>
      </p:sp>
      <p:sp>
        <p:nvSpPr>
          <p:cNvPr id="149" name="Google Shape;149;p30"/>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Animals. The word is:</a:t>
            </a:r>
            <a:endParaRPr sz="1350" dirty="0"/>
          </a:p>
          <a:p>
            <a:pPr marL="342900" lvl="0" algn="ctr" rtl="0">
              <a:lnSpc>
                <a:spcPct val="95000"/>
              </a:lnSpc>
              <a:spcBef>
                <a:spcPts val="1200"/>
              </a:spcBef>
              <a:spcAft>
                <a:spcPts val="1200"/>
              </a:spcAft>
              <a:buSzPts val="275"/>
              <a:buAutoNum type="arabicPeriod" startAt="4"/>
            </a:pPr>
            <a:r>
              <a:rPr lang="en-GB" sz="1350" b="1" dirty="0">
                <a:solidFill>
                  <a:schemeClr val="tx1"/>
                </a:solidFill>
              </a:rPr>
              <a:t>Tiger</a:t>
            </a:r>
          </a:p>
        </p:txBody>
      </p:sp>
      <p:sp>
        <p:nvSpPr>
          <p:cNvPr id="2" name="Rectangle 1">
            <a:extLst>
              <a:ext uri="{FF2B5EF4-FFF2-40B4-BE49-F238E27FC236}">
                <a16:creationId xmlns:a16="http://schemas.microsoft.com/office/drawing/2014/main" id="{805CDE08-9271-8826-A939-271C2953A4EE}"/>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6DFE3978-6E20-B17E-4940-1AE8F6AF4770}"/>
            </a:ext>
          </a:extLst>
        </p:cNvPr>
        <p:cNvGrpSpPr/>
        <p:nvPr/>
      </p:nvGrpSpPr>
      <p:grpSpPr>
        <a:xfrm>
          <a:off x="0" y="0"/>
          <a:ext cx="0" cy="0"/>
          <a:chOff x="0" y="0"/>
          <a:chExt cx="0" cy="0"/>
        </a:xfrm>
      </p:grpSpPr>
      <p:sp>
        <p:nvSpPr>
          <p:cNvPr id="112" name="Google Shape;112;p24">
            <a:extLst>
              <a:ext uri="{FF2B5EF4-FFF2-40B4-BE49-F238E27FC236}">
                <a16:creationId xmlns:a16="http://schemas.microsoft.com/office/drawing/2014/main" id="{17048EE3-84FF-507E-978A-D78E3A832819}"/>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B</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
        <p:nvSpPr>
          <p:cNvPr id="113" name="Google Shape;113;p24">
            <a:extLst>
              <a:ext uri="{FF2B5EF4-FFF2-40B4-BE49-F238E27FC236}">
                <a16:creationId xmlns:a16="http://schemas.microsoft.com/office/drawing/2014/main" id="{330524C8-88D4-CDD0-3B0C-895E3675C907}"/>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1200"/>
              </a:spcAft>
              <a:buSzPts val="275"/>
              <a:buNone/>
            </a:pPr>
            <a:r>
              <a:rPr lang="en-GB" sz="1350"/>
              <a:t>When you’re both ready, you can begin the next trial.</a:t>
            </a:r>
            <a:endParaRPr sz="1350"/>
          </a:p>
        </p:txBody>
      </p:sp>
    </p:spTree>
    <p:extLst>
      <p:ext uri="{BB962C8B-B14F-4D97-AF65-F5344CB8AC3E}">
        <p14:creationId xmlns:p14="http://schemas.microsoft.com/office/powerpoint/2010/main" val="15957361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53FD662-F2E7-4D6F-8F8C-328366E489C0}"/>
            </a:ext>
          </a:extLst>
        </p:cNvPr>
        <p:cNvGrpSpPr/>
        <p:nvPr/>
      </p:nvGrpSpPr>
      <p:grpSpPr>
        <a:xfrm>
          <a:off x="0" y="0"/>
          <a:ext cx="0" cy="0"/>
          <a:chOff x="0" y="0"/>
          <a:chExt cx="0" cy="0"/>
        </a:xfrm>
      </p:grpSpPr>
      <p:sp>
        <p:nvSpPr>
          <p:cNvPr id="118" name="Google Shape;118;p25">
            <a:extLst>
              <a:ext uri="{FF2B5EF4-FFF2-40B4-BE49-F238E27FC236}">
                <a16:creationId xmlns:a16="http://schemas.microsoft.com/office/drawing/2014/main" id="{82C6E113-5AA1-364E-0896-9CEE8969074A}"/>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Professions. The word is:</a:t>
            </a:r>
          </a:p>
          <a:p>
            <a:pPr marL="342900" lvl="0" algn="ctr" rtl="0">
              <a:lnSpc>
                <a:spcPct val="95000"/>
              </a:lnSpc>
              <a:spcBef>
                <a:spcPts val="1200"/>
              </a:spcBef>
              <a:spcAft>
                <a:spcPts val="0"/>
              </a:spcAft>
              <a:buSzPts val="275"/>
              <a:buAutoNum type="arabicPeriod"/>
            </a:pPr>
            <a:r>
              <a:rPr lang="en-GB" sz="1350" b="1" dirty="0">
                <a:solidFill>
                  <a:schemeClr val="tx1"/>
                </a:solidFill>
              </a:rPr>
              <a:t>Doctor</a:t>
            </a:r>
            <a:endParaRPr sz="1350" b="1" dirty="0">
              <a:solidFill>
                <a:schemeClr val="tx1"/>
              </a:solidFill>
            </a:endParaRPr>
          </a:p>
          <a:p>
            <a:pPr marL="0" lvl="0" indent="0" algn="l" rtl="0">
              <a:lnSpc>
                <a:spcPct val="95000"/>
              </a:lnSpc>
              <a:spcBef>
                <a:spcPts val="1200"/>
              </a:spcBef>
              <a:spcAft>
                <a:spcPts val="1200"/>
              </a:spcAft>
              <a:buSzPts val="275"/>
              <a:buNone/>
            </a:pPr>
            <a:endParaRPr sz="1350" dirty="0"/>
          </a:p>
        </p:txBody>
      </p:sp>
      <p:sp>
        <p:nvSpPr>
          <p:cNvPr id="119" name="Google Shape;119;p25">
            <a:extLst>
              <a:ext uri="{FF2B5EF4-FFF2-40B4-BE49-F238E27FC236}">
                <a16:creationId xmlns:a16="http://schemas.microsoft.com/office/drawing/2014/main" id="{CB036AC8-67B2-BA59-B265-D464837F0AEE}"/>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1200"/>
              </a:spcAft>
              <a:buSzPts val="275"/>
              <a:buNone/>
            </a:pPr>
            <a:r>
              <a:rPr lang="en-GB" sz="1350" dirty="0"/>
              <a:t>You are the </a:t>
            </a:r>
            <a:r>
              <a:rPr lang="en-GB" sz="1350" b="1" dirty="0"/>
              <a:t>GUESSER</a:t>
            </a:r>
            <a:r>
              <a:rPr lang="en-GB" sz="1350" dirty="0"/>
              <a:t>. The topic is: Professions.</a:t>
            </a:r>
          </a:p>
        </p:txBody>
      </p:sp>
      <p:sp>
        <p:nvSpPr>
          <p:cNvPr id="2" name="Rectangle 1">
            <a:extLst>
              <a:ext uri="{FF2B5EF4-FFF2-40B4-BE49-F238E27FC236}">
                <a16:creationId xmlns:a16="http://schemas.microsoft.com/office/drawing/2014/main" id="{D3B83EE3-B2C0-F5BC-93EB-D1820D2B9F22}"/>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279573855"/>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3">
          <a:extLst>
            <a:ext uri="{FF2B5EF4-FFF2-40B4-BE49-F238E27FC236}">
              <a16:creationId xmlns:a16="http://schemas.microsoft.com/office/drawing/2014/main" id="{0457C6FF-F84A-7DF9-A5EF-FFC52321B040}"/>
            </a:ext>
          </a:extLst>
        </p:cNvPr>
        <p:cNvGrpSpPr/>
        <p:nvPr/>
      </p:nvGrpSpPr>
      <p:grpSpPr>
        <a:xfrm>
          <a:off x="0" y="0"/>
          <a:ext cx="0" cy="0"/>
          <a:chOff x="0" y="0"/>
          <a:chExt cx="0" cy="0"/>
        </a:xfrm>
      </p:grpSpPr>
      <p:sp>
        <p:nvSpPr>
          <p:cNvPr id="124" name="Google Shape;124;p26">
            <a:extLst>
              <a:ext uri="{FF2B5EF4-FFF2-40B4-BE49-F238E27FC236}">
                <a16:creationId xmlns:a16="http://schemas.microsoft.com/office/drawing/2014/main" id="{472A6536-6318-5EBC-B026-7C54066A2C54}"/>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0"/>
              </a:spcAft>
              <a:buSzPts val="275"/>
              <a:buNone/>
            </a:pPr>
            <a:r>
              <a:rPr lang="en-GB" sz="1350"/>
              <a:t>When you’re both ready, you can begin the next trial.</a:t>
            </a:r>
            <a:endParaRPr sz="1350"/>
          </a:p>
          <a:p>
            <a:pPr marL="0" lvl="0" indent="0" algn="l" rtl="0">
              <a:lnSpc>
                <a:spcPct val="95000"/>
              </a:lnSpc>
              <a:spcBef>
                <a:spcPts val="1200"/>
              </a:spcBef>
              <a:spcAft>
                <a:spcPts val="1200"/>
              </a:spcAft>
              <a:buSzPts val="275"/>
              <a:buNone/>
            </a:pPr>
            <a:endParaRPr sz="1350"/>
          </a:p>
        </p:txBody>
      </p:sp>
      <p:sp>
        <p:nvSpPr>
          <p:cNvPr id="125" name="Google Shape;125;p26">
            <a:extLst>
              <a:ext uri="{FF2B5EF4-FFF2-40B4-BE49-F238E27FC236}">
                <a16:creationId xmlns:a16="http://schemas.microsoft.com/office/drawing/2014/main" id="{56117630-AC0E-A3DC-CB97-4D26D12541AF}"/>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A</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Tree>
    <p:extLst>
      <p:ext uri="{BB962C8B-B14F-4D97-AF65-F5344CB8AC3E}">
        <p14:creationId xmlns:p14="http://schemas.microsoft.com/office/powerpoint/2010/main" val="9057995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BDD3BC91-BAE7-6B01-9BDF-2410EA98D054}"/>
            </a:ext>
          </a:extLst>
        </p:cNvPr>
        <p:cNvGrpSpPr/>
        <p:nvPr/>
      </p:nvGrpSpPr>
      <p:grpSpPr>
        <a:xfrm>
          <a:off x="0" y="0"/>
          <a:ext cx="0" cy="0"/>
          <a:chOff x="0" y="0"/>
          <a:chExt cx="0" cy="0"/>
        </a:xfrm>
      </p:grpSpPr>
      <p:sp>
        <p:nvSpPr>
          <p:cNvPr id="130" name="Google Shape;130;p27">
            <a:extLst>
              <a:ext uri="{FF2B5EF4-FFF2-40B4-BE49-F238E27FC236}">
                <a16:creationId xmlns:a16="http://schemas.microsoft.com/office/drawing/2014/main" id="{7AF3A22B-0839-C1C5-7A82-0B08FA984AC1}"/>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Professions.</a:t>
            </a:r>
          </a:p>
          <a:p>
            <a:pPr marL="0" lvl="0" indent="0" algn="ctr" rtl="0">
              <a:lnSpc>
                <a:spcPct val="95000"/>
              </a:lnSpc>
              <a:spcBef>
                <a:spcPts val="0"/>
              </a:spcBef>
              <a:spcAft>
                <a:spcPts val="0"/>
              </a:spcAft>
              <a:buSzPts val="275"/>
              <a:buNone/>
            </a:pPr>
            <a:endParaRPr lang="en-GB" sz="1350" dirty="0"/>
          </a:p>
          <a:p>
            <a:pPr marL="0" lvl="0" indent="0" algn="l" rtl="0">
              <a:lnSpc>
                <a:spcPct val="95000"/>
              </a:lnSpc>
              <a:spcBef>
                <a:spcPts val="1200"/>
              </a:spcBef>
              <a:spcAft>
                <a:spcPts val="1200"/>
              </a:spcAft>
              <a:buSzPts val="275"/>
              <a:buNone/>
            </a:pPr>
            <a:endParaRPr sz="1350" dirty="0"/>
          </a:p>
        </p:txBody>
      </p:sp>
      <p:sp>
        <p:nvSpPr>
          <p:cNvPr id="131" name="Google Shape;131;p27">
            <a:extLst>
              <a:ext uri="{FF2B5EF4-FFF2-40B4-BE49-F238E27FC236}">
                <a16:creationId xmlns:a16="http://schemas.microsoft.com/office/drawing/2014/main" id="{B5E73258-81D1-49C0-F35D-104BD9BF7FB6}"/>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Professions. The word is:</a:t>
            </a:r>
            <a:endParaRPr sz="1350" dirty="0"/>
          </a:p>
          <a:p>
            <a:pPr marL="342900" lvl="0" algn="ctr" rtl="0">
              <a:lnSpc>
                <a:spcPct val="95000"/>
              </a:lnSpc>
              <a:spcBef>
                <a:spcPts val="1200"/>
              </a:spcBef>
              <a:spcAft>
                <a:spcPts val="1200"/>
              </a:spcAft>
              <a:buSzPts val="275"/>
              <a:buAutoNum type="arabicPeriod" startAt="2"/>
            </a:pPr>
            <a:r>
              <a:rPr lang="en-GB" sz="1350" b="1" dirty="0">
                <a:solidFill>
                  <a:schemeClr val="tx1"/>
                </a:solidFill>
              </a:rPr>
              <a:t>Teacher</a:t>
            </a:r>
          </a:p>
          <a:p>
            <a:pPr marL="342900" lvl="0" algn="ctr" rtl="0">
              <a:lnSpc>
                <a:spcPct val="95000"/>
              </a:lnSpc>
              <a:spcBef>
                <a:spcPts val="1200"/>
              </a:spcBef>
              <a:spcAft>
                <a:spcPts val="1200"/>
              </a:spcAft>
              <a:buSzPts val="275"/>
              <a:buAutoNum type="arabicPeriod" startAt="2"/>
            </a:pPr>
            <a:endParaRPr sz="1350" b="1" dirty="0">
              <a:solidFill>
                <a:schemeClr val="tx1"/>
              </a:solidFill>
            </a:endParaRPr>
          </a:p>
        </p:txBody>
      </p:sp>
      <p:sp>
        <p:nvSpPr>
          <p:cNvPr id="2" name="Rectangle 1">
            <a:extLst>
              <a:ext uri="{FF2B5EF4-FFF2-40B4-BE49-F238E27FC236}">
                <a16:creationId xmlns:a16="http://schemas.microsoft.com/office/drawing/2014/main" id="{7C66B74B-B386-2370-213D-B8C68031FCF6}"/>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2263669"/>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657969CC-2C24-C903-9282-F6A4A455556A}"/>
            </a:ext>
          </a:extLst>
        </p:cNvPr>
        <p:cNvGrpSpPr/>
        <p:nvPr/>
      </p:nvGrpSpPr>
      <p:grpSpPr>
        <a:xfrm>
          <a:off x="0" y="0"/>
          <a:ext cx="0" cy="0"/>
          <a:chOff x="0" y="0"/>
          <a:chExt cx="0" cy="0"/>
        </a:xfrm>
      </p:grpSpPr>
      <p:sp>
        <p:nvSpPr>
          <p:cNvPr id="136" name="Google Shape;136;p28">
            <a:extLst>
              <a:ext uri="{FF2B5EF4-FFF2-40B4-BE49-F238E27FC236}">
                <a16:creationId xmlns:a16="http://schemas.microsoft.com/office/drawing/2014/main" id="{EAC0F7DF-2F65-A2EB-E45D-8F4F09CC2F2D}"/>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Clr>
                <a:schemeClr val="dk1"/>
              </a:buClr>
              <a:buSzPts val="275"/>
              <a:buFont typeface="Arial"/>
              <a:buNone/>
            </a:pPr>
            <a:r>
              <a:rPr lang="en-GB" sz="1350" dirty="0"/>
              <a:t>Take the response pad from your partner. Remember to mark the YES/NO responses using the buttons for </a:t>
            </a:r>
            <a:r>
              <a:rPr lang="en-GB" sz="1350" b="1" dirty="0"/>
              <a:t>participant B</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
        <p:nvSpPr>
          <p:cNvPr id="137" name="Google Shape;137;p28">
            <a:extLst>
              <a:ext uri="{FF2B5EF4-FFF2-40B4-BE49-F238E27FC236}">
                <a16:creationId xmlns:a16="http://schemas.microsoft.com/office/drawing/2014/main" id="{5E71D888-121F-0AF7-0132-E4AB760ED7A2}"/>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1200"/>
              </a:spcAft>
              <a:buSzPts val="275"/>
              <a:buNone/>
            </a:pPr>
            <a:r>
              <a:rPr lang="en-GB" sz="1350"/>
              <a:t>When you’re both ready, you can begin the next trial.</a:t>
            </a:r>
            <a:endParaRPr sz="1350"/>
          </a:p>
        </p:txBody>
      </p:sp>
    </p:spTree>
    <p:extLst>
      <p:ext uri="{BB962C8B-B14F-4D97-AF65-F5344CB8AC3E}">
        <p14:creationId xmlns:p14="http://schemas.microsoft.com/office/powerpoint/2010/main" val="24088121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1">
          <a:extLst>
            <a:ext uri="{FF2B5EF4-FFF2-40B4-BE49-F238E27FC236}">
              <a16:creationId xmlns:a16="http://schemas.microsoft.com/office/drawing/2014/main" id="{19DB0D4E-1AAA-F7EE-DEB9-FCFF96EC5DB8}"/>
            </a:ext>
          </a:extLst>
        </p:cNvPr>
        <p:cNvGrpSpPr/>
        <p:nvPr/>
      </p:nvGrpSpPr>
      <p:grpSpPr>
        <a:xfrm>
          <a:off x="0" y="0"/>
          <a:ext cx="0" cy="0"/>
          <a:chOff x="0" y="0"/>
          <a:chExt cx="0" cy="0"/>
        </a:xfrm>
      </p:grpSpPr>
      <p:sp>
        <p:nvSpPr>
          <p:cNvPr id="142" name="Google Shape;142;p29">
            <a:extLst>
              <a:ext uri="{FF2B5EF4-FFF2-40B4-BE49-F238E27FC236}">
                <a16:creationId xmlns:a16="http://schemas.microsoft.com/office/drawing/2014/main" id="{BF08CC89-2EB3-40D2-2D36-BA14D0527DEC}"/>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a:lnSpc>
                <a:spcPct val="95000"/>
              </a:lnSpc>
              <a:buSzPts val="275"/>
              <a:buNone/>
            </a:pPr>
            <a:r>
              <a:rPr lang="en-GB" sz="1350" dirty="0"/>
              <a:t>You are the </a:t>
            </a:r>
            <a:r>
              <a:rPr lang="en-GB" sz="1350" b="1" dirty="0"/>
              <a:t>KNOWER</a:t>
            </a:r>
            <a:r>
              <a:rPr lang="en-GB" sz="1350" dirty="0"/>
              <a:t>. The topic is: Professions. The word is:</a:t>
            </a:r>
            <a:endParaRPr sz="1350" dirty="0"/>
          </a:p>
          <a:p>
            <a:pPr marL="342900" lvl="0" algn="ctr" rtl="0">
              <a:lnSpc>
                <a:spcPct val="95000"/>
              </a:lnSpc>
              <a:spcBef>
                <a:spcPts val="1200"/>
              </a:spcBef>
              <a:spcAft>
                <a:spcPts val="1200"/>
              </a:spcAft>
              <a:buSzPts val="275"/>
              <a:buAutoNum type="arabicPeriod" startAt="3"/>
            </a:pPr>
            <a:r>
              <a:rPr lang="en-GB" sz="1350" b="1" dirty="0">
                <a:solidFill>
                  <a:schemeClr val="tx1"/>
                </a:solidFill>
              </a:rPr>
              <a:t>Chef/cooker</a:t>
            </a:r>
            <a:endParaRPr sz="1350" b="1" dirty="0">
              <a:solidFill>
                <a:schemeClr val="tx1"/>
              </a:solidFill>
            </a:endParaRPr>
          </a:p>
        </p:txBody>
      </p:sp>
      <p:sp>
        <p:nvSpPr>
          <p:cNvPr id="143" name="Google Shape;143;p29">
            <a:extLst>
              <a:ext uri="{FF2B5EF4-FFF2-40B4-BE49-F238E27FC236}">
                <a16:creationId xmlns:a16="http://schemas.microsoft.com/office/drawing/2014/main" id="{22A7BDF3-18D9-2363-3EDA-7C18DA6DABF4}"/>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1200"/>
              </a:spcAft>
              <a:buSzPts val="275"/>
              <a:buNone/>
            </a:pPr>
            <a:r>
              <a:rPr lang="en-GB" sz="1350" dirty="0"/>
              <a:t>You are the </a:t>
            </a:r>
            <a:r>
              <a:rPr lang="en-GB" sz="1350" b="1" dirty="0"/>
              <a:t>GUESSER</a:t>
            </a:r>
            <a:r>
              <a:rPr lang="en-GB" sz="1350" dirty="0"/>
              <a:t>. The topic is: Professions.</a:t>
            </a:r>
          </a:p>
        </p:txBody>
      </p:sp>
      <p:sp>
        <p:nvSpPr>
          <p:cNvPr id="2" name="Rectangle 1">
            <a:extLst>
              <a:ext uri="{FF2B5EF4-FFF2-40B4-BE49-F238E27FC236}">
                <a16:creationId xmlns:a16="http://schemas.microsoft.com/office/drawing/2014/main" id="{DDD55E6B-E915-87E5-98F5-3F4DA5AA914A}"/>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8498701"/>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BE0D0759-05D6-434D-74BF-E42C1595E1C7}"/>
            </a:ext>
          </a:extLst>
        </p:cNvPr>
        <p:cNvGrpSpPr/>
        <p:nvPr/>
      </p:nvGrpSpPr>
      <p:grpSpPr>
        <a:xfrm>
          <a:off x="0" y="0"/>
          <a:ext cx="0" cy="0"/>
          <a:chOff x="0" y="0"/>
          <a:chExt cx="0" cy="0"/>
        </a:xfrm>
      </p:grpSpPr>
      <p:sp>
        <p:nvSpPr>
          <p:cNvPr id="100" name="Google Shape;100;p22">
            <a:extLst>
              <a:ext uri="{FF2B5EF4-FFF2-40B4-BE49-F238E27FC236}">
                <a16:creationId xmlns:a16="http://schemas.microsoft.com/office/drawing/2014/main" id="{224E1D89-17F1-F101-1ED2-8A84B39312D1}"/>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0"/>
              </a:spcAft>
              <a:buSzPts val="275"/>
              <a:buNone/>
            </a:pPr>
            <a:r>
              <a:rPr lang="en-GB" sz="1350"/>
              <a:t>When you’re both ready, you can begin the next trial.</a:t>
            </a:r>
            <a:endParaRPr sz="1350"/>
          </a:p>
          <a:p>
            <a:pPr marL="0" lvl="0" indent="0" algn="l" rtl="0">
              <a:lnSpc>
                <a:spcPct val="95000"/>
              </a:lnSpc>
              <a:spcBef>
                <a:spcPts val="1200"/>
              </a:spcBef>
              <a:spcAft>
                <a:spcPts val="1200"/>
              </a:spcAft>
              <a:buSzPts val="275"/>
              <a:buNone/>
            </a:pPr>
            <a:endParaRPr sz="1350"/>
          </a:p>
        </p:txBody>
      </p:sp>
      <p:sp>
        <p:nvSpPr>
          <p:cNvPr id="101" name="Google Shape;101;p22">
            <a:extLst>
              <a:ext uri="{FF2B5EF4-FFF2-40B4-BE49-F238E27FC236}">
                <a16:creationId xmlns:a16="http://schemas.microsoft.com/office/drawing/2014/main" id="{7E621C04-99EF-72CF-5023-6876EF1FB80D}"/>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A</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Tree>
    <p:extLst>
      <p:ext uri="{BB962C8B-B14F-4D97-AF65-F5344CB8AC3E}">
        <p14:creationId xmlns:p14="http://schemas.microsoft.com/office/powerpoint/2010/main" val="26586273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7">
          <a:extLst>
            <a:ext uri="{FF2B5EF4-FFF2-40B4-BE49-F238E27FC236}">
              <a16:creationId xmlns:a16="http://schemas.microsoft.com/office/drawing/2014/main" id="{59A352EA-5844-EAAA-22FB-E7C6CA8A9756}"/>
            </a:ext>
          </a:extLst>
        </p:cNvPr>
        <p:cNvGrpSpPr/>
        <p:nvPr/>
      </p:nvGrpSpPr>
      <p:grpSpPr>
        <a:xfrm>
          <a:off x="0" y="0"/>
          <a:ext cx="0" cy="0"/>
          <a:chOff x="0" y="0"/>
          <a:chExt cx="0" cy="0"/>
        </a:xfrm>
      </p:grpSpPr>
      <p:sp>
        <p:nvSpPr>
          <p:cNvPr id="148" name="Google Shape;148;p30">
            <a:extLst>
              <a:ext uri="{FF2B5EF4-FFF2-40B4-BE49-F238E27FC236}">
                <a16:creationId xmlns:a16="http://schemas.microsoft.com/office/drawing/2014/main" id="{7938B03A-7F2D-CC4A-29CB-AB58EFAA7828}"/>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Professions.</a:t>
            </a:r>
          </a:p>
          <a:p>
            <a:pPr marL="0" lvl="0" indent="0" algn="ctr" rtl="0">
              <a:lnSpc>
                <a:spcPct val="95000"/>
              </a:lnSpc>
              <a:spcBef>
                <a:spcPts val="0"/>
              </a:spcBef>
              <a:spcAft>
                <a:spcPts val="0"/>
              </a:spcAft>
              <a:buSzPts val="275"/>
              <a:buNone/>
            </a:pPr>
            <a:endParaRPr lang="en-GB" sz="1350" dirty="0"/>
          </a:p>
          <a:p>
            <a:pPr marL="0" lvl="0" indent="0" algn="l" rtl="0">
              <a:lnSpc>
                <a:spcPct val="95000"/>
              </a:lnSpc>
              <a:spcBef>
                <a:spcPts val="1200"/>
              </a:spcBef>
              <a:spcAft>
                <a:spcPts val="1200"/>
              </a:spcAft>
              <a:buSzPts val="275"/>
              <a:buNone/>
            </a:pPr>
            <a:endParaRPr sz="1350" dirty="0"/>
          </a:p>
        </p:txBody>
      </p:sp>
      <p:sp>
        <p:nvSpPr>
          <p:cNvPr id="149" name="Google Shape;149;p30">
            <a:extLst>
              <a:ext uri="{FF2B5EF4-FFF2-40B4-BE49-F238E27FC236}">
                <a16:creationId xmlns:a16="http://schemas.microsoft.com/office/drawing/2014/main" id="{758DFE2A-A8B0-27BB-3BF9-6C458BC9B98F}"/>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Professions. The word is:</a:t>
            </a:r>
            <a:endParaRPr sz="1350" dirty="0"/>
          </a:p>
          <a:p>
            <a:pPr marL="342900" lvl="0" algn="ctr" rtl="0">
              <a:lnSpc>
                <a:spcPct val="95000"/>
              </a:lnSpc>
              <a:spcBef>
                <a:spcPts val="1200"/>
              </a:spcBef>
              <a:spcAft>
                <a:spcPts val="1200"/>
              </a:spcAft>
              <a:buSzPts val="275"/>
              <a:buAutoNum type="arabicPeriod" startAt="4"/>
            </a:pPr>
            <a:r>
              <a:rPr lang="en-GB" sz="1350" b="1" dirty="0">
                <a:solidFill>
                  <a:schemeClr val="tx1"/>
                </a:solidFill>
              </a:rPr>
              <a:t>Police </a:t>
            </a:r>
            <a:endParaRPr sz="1350" b="1" dirty="0">
              <a:solidFill>
                <a:schemeClr val="tx1"/>
              </a:solidFill>
            </a:endParaRPr>
          </a:p>
        </p:txBody>
      </p:sp>
      <p:sp>
        <p:nvSpPr>
          <p:cNvPr id="2" name="Rectangle 1">
            <a:extLst>
              <a:ext uri="{FF2B5EF4-FFF2-40B4-BE49-F238E27FC236}">
                <a16:creationId xmlns:a16="http://schemas.microsoft.com/office/drawing/2014/main" id="{0AC7870A-32B5-3C71-0916-F884A548DFB4}"/>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084605341"/>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B7DEEDEC-56DD-6964-49CC-792CDF891FE0}"/>
            </a:ext>
          </a:extLst>
        </p:cNvPr>
        <p:cNvGrpSpPr/>
        <p:nvPr/>
      </p:nvGrpSpPr>
      <p:grpSpPr>
        <a:xfrm>
          <a:off x="0" y="0"/>
          <a:ext cx="0" cy="0"/>
          <a:chOff x="0" y="0"/>
          <a:chExt cx="0" cy="0"/>
        </a:xfrm>
      </p:grpSpPr>
      <p:sp>
        <p:nvSpPr>
          <p:cNvPr id="112" name="Google Shape;112;p24">
            <a:extLst>
              <a:ext uri="{FF2B5EF4-FFF2-40B4-BE49-F238E27FC236}">
                <a16:creationId xmlns:a16="http://schemas.microsoft.com/office/drawing/2014/main" id="{83AAEFD6-15E5-41EF-1EA3-AA5AE947F946}"/>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B</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
        <p:nvSpPr>
          <p:cNvPr id="113" name="Google Shape;113;p24">
            <a:extLst>
              <a:ext uri="{FF2B5EF4-FFF2-40B4-BE49-F238E27FC236}">
                <a16:creationId xmlns:a16="http://schemas.microsoft.com/office/drawing/2014/main" id="{C5281ED0-6E0D-6542-8658-3255C665B8DC}"/>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1200"/>
              </a:spcAft>
              <a:buSzPts val="275"/>
              <a:buNone/>
            </a:pPr>
            <a:r>
              <a:rPr lang="en-GB" sz="1350"/>
              <a:t>When you’re both ready, you can begin the next trial.</a:t>
            </a:r>
            <a:endParaRPr sz="1350"/>
          </a:p>
        </p:txBody>
      </p:sp>
    </p:spTree>
    <p:extLst>
      <p:ext uri="{BB962C8B-B14F-4D97-AF65-F5344CB8AC3E}">
        <p14:creationId xmlns:p14="http://schemas.microsoft.com/office/powerpoint/2010/main" val="36017038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9E7C220-5D72-368D-89BE-DD08222939E3}"/>
            </a:ext>
          </a:extLst>
        </p:cNvPr>
        <p:cNvGrpSpPr/>
        <p:nvPr/>
      </p:nvGrpSpPr>
      <p:grpSpPr>
        <a:xfrm>
          <a:off x="0" y="0"/>
          <a:ext cx="0" cy="0"/>
          <a:chOff x="0" y="0"/>
          <a:chExt cx="0" cy="0"/>
        </a:xfrm>
      </p:grpSpPr>
      <p:sp>
        <p:nvSpPr>
          <p:cNvPr id="118" name="Google Shape;118;p25">
            <a:extLst>
              <a:ext uri="{FF2B5EF4-FFF2-40B4-BE49-F238E27FC236}">
                <a16:creationId xmlns:a16="http://schemas.microsoft.com/office/drawing/2014/main" id="{DD7F9646-9043-897E-65BD-F90F0662E7E3}"/>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Meals. The word is:</a:t>
            </a:r>
          </a:p>
          <a:p>
            <a:pPr marL="342900" lvl="0" algn="ctr" rtl="0">
              <a:lnSpc>
                <a:spcPct val="95000"/>
              </a:lnSpc>
              <a:spcBef>
                <a:spcPts val="1200"/>
              </a:spcBef>
              <a:spcAft>
                <a:spcPts val="0"/>
              </a:spcAft>
              <a:buSzPts val="275"/>
              <a:buAutoNum type="arabicPeriod"/>
            </a:pPr>
            <a:r>
              <a:rPr lang="en-GB" sz="1350" b="1" dirty="0">
                <a:solidFill>
                  <a:schemeClr val="tx1"/>
                </a:solidFill>
              </a:rPr>
              <a:t>Pizza</a:t>
            </a:r>
          </a:p>
          <a:p>
            <a:pPr marL="342900" lvl="0" algn="ctr" rtl="0">
              <a:lnSpc>
                <a:spcPct val="95000"/>
              </a:lnSpc>
              <a:spcBef>
                <a:spcPts val="1200"/>
              </a:spcBef>
              <a:spcAft>
                <a:spcPts val="0"/>
              </a:spcAft>
              <a:buSzPts val="275"/>
              <a:buAutoNum type="arabicPeriod"/>
            </a:pPr>
            <a:endParaRPr sz="1350" b="1" dirty="0">
              <a:solidFill>
                <a:schemeClr val="tx1"/>
              </a:solidFill>
            </a:endParaRPr>
          </a:p>
          <a:p>
            <a:pPr marL="0" lvl="0" indent="0" algn="l" rtl="0">
              <a:lnSpc>
                <a:spcPct val="95000"/>
              </a:lnSpc>
              <a:spcBef>
                <a:spcPts val="1200"/>
              </a:spcBef>
              <a:spcAft>
                <a:spcPts val="1200"/>
              </a:spcAft>
              <a:buSzPts val="275"/>
              <a:buNone/>
            </a:pPr>
            <a:endParaRPr sz="1350" dirty="0"/>
          </a:p>
        </p:txBody>
      </p:sp>
      <p:sp>
        <p:nvSpPr>
          <p:cNvPr id="119" name="Google Shape;119;p25">
            <a:extLst>
              <a:ext uri="{FF2B5EF4-FFF2-40B4-BE49-F238E27FC236}">
                <a16:creationId xmlns:a16="http://schemas.microsoft.com/office/drawing/2014/main" id="{DC6D001B-886C-572A-EB6F-F6C789B9794E}"/>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1200"/>
              </a:spcAft>
              <a:buSzPts val="275"/>
              <a:buNone/>
            </a:pPr>
            <a:r>
              <a:rPr lang="en-GB" sz="1350" dirty="0"/>
              <a:t>You are the </a:t>
            </a:r>
            <a:r>
              <a:rPr lang="en-GB" sz="1350" b="1" dirty="0"/>
              <a:t>GUESSER</a:t>
            </a:r>
            <a:r>
              <a:rPr lang="en-GB" sz="1350" dirty="0"/>
              <a:t>. The topic is: Meals.</a:t>
            </a:r>
          </a:p>
        </p:txBody>
      </p:sp>
      <p:sp>
        <p:nvSpPr>
          <p:cNvPr id="2" name="Rectangle 1">
            <a:extLst>
              <a:ext uri="{FF2B5EF4-FFF2-40B4-BE49-F238E27FC236}">
                <a16:creationId xmlns:a16="http://schemas.microsoft.com/office/drawing/2014/main" id="{2C0D0045-1C3F-C6AC-DEE2-E88FF4D72923}"/>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234597826"/>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23">
          <a:extLst>
            <a:ext uri="{FF2B5EF4-FFF2-40B4-BE49-F238E27FC236}">
              <a16:creationId xmlns:a16="http://schemas.microsoft.com/office/drawing/2014/main" id="{E9A1163E-9B1A-5146-C033-05274CC71FC8}"/>
            </a:ext>
          </a:extLst>
        </p:cNvPr>
        <p:cNvGrpSpPr/>
        <p:nvPr/>
      </p:nvGrpSpPr>
      <p:grpSpPr>
        <a:xfrm>
          <a:off x="0" y="0"/>
          <a:ext cx="0" cy="0"/>
          <a:chOff x="0" y="0"/>
          <a:chExt cx="0" cy="0"/>
        </a:xfrm>
      </p:grpSpPr>
      <p:sp>
        <p:nvSpPr>
          <p:cNvPr id="124" name="Google Shape;124;p26">
            <a:extLst>
              <a:ext uri="{FF2B5EF4-FFF2-40B4-BE49-F238E27FC236}">
                <a16:creationId xmlns:a16="http://schemas.microsoft.com/office/drawing/2014/main" id="{7301252C-CF0E-0C3A-A265-FF9B9C6BB38E}"/>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0"/>
              </a:spcAft>
              <a:buSzPts val="275"/>
              <a:buNone/>
            </a:pPr>
            <a:r>
              <a:rPr lang="en-GB" sz="1350"/>
              <a:t>When you’re both ready, you can begin the next trial.</a:t>
            </a:r>
            <a:endParaRPr sz="1350"/>
          </a:p>
          <a:p>
            <a:pPr marL="0" lvl="0" indent="0" algn="l" rtl="0">
              <a:lnSpc>
                <a:spcPct val="95000"/>
              </a:lnSpc>
              <a:spcBef>
                <a:spcPts val="1200"/>
              </a:spcBef>
              <a:spcAft>
                <a:spcPts val="1200"/>
              </a:spcAft>
              <a:buSzPts val="275"/>
              <a:buNone/>
            </a:pPr>
            <a:endParaRPr sz="1350"/>
          </a:p>
        </p:txBody>
      </p:sp>
      <p:sp>
        <p:nvSpPr>
          <p:cNvPr id="125" name="Google Shape;125;p26">
            <a:extLst>
              <a:ext uri="{FF2B5EF4-FFF2-40B4-BE49-F238E27FC236}">
                <a16:creationId xmlns:a16="http://schemas.microsoft.com/office/drawing/2014/main" id="{E86F9303-8012-BE1E-2120-231BFBA53681}"/>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A</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Tree>
    <p:extLst>
      <p:ext uri="{BB962C8B-B14F-4D97-AF65-F5344CB8AC3E}">
        <p14:creationId xmlns:p14="http://schemas.microsoft.com/office/powerpoint/2010/main" val="15686357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C258D940-2291-937B-446F-23EF8E13BF89}"/>
            </a:ext>
          </a:extLst>
        </p:cNvPr>
        <p:cNvGrpSpPr/>
        <p:nvPr/>
      </p:nvGrpSpPr>
      <p:grpSpPr>
        <a:xfrm>
          <a:off x="0" y="0"/>
          <a:ext cx="0" cy="0"/>
          <a:chOff x="0" y="0"/>
          <a:chExt cx="0" cy="0"/>
        </a:xfrm>
      </p:grpSpPr>
      <p:sp>
        <p:nvSpPr>
          <p:cNvPr id="130" name="Google Shape;130;p27">
            <a:extLst>
              <a:ext uri="{FF2B5EF4-FFF2-40B4-BE49-F238E27FC236}">
                <a16:creationId xmlns:a16="http://schemas.microsoft.com/office/drawing/2014/main" id="{7AAADCBE-6C28-9892-B15B-2E7B6F05B1E9}"/>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Meals.</a:t>
            </a:r>
          </a:p>
          <a:p>
            <a:pPr marL="0" lvl="0" indent="0" algn="ctr" rtl="0">
              <a:lnSpc>
                <a:spcPct val="95000"/>
              </a:lnSpc>
              <a:spcBef>
                <a:spcPts val="0"/>
              </a:spcBef>
              <a:spcAft>
                <a:spcPts val="0"/>
              </a:spcAft>
              <a:buSzPts val="275"/>
              <a:buNone/>
            </a:pPr>
            <a:endParaRPr lang="en-GB" sz="1350" dirty="0"/>
          </a:p>
          <a:p>
            <a:pPr marL="0" lvl="0" indent="0" algn="l" rtl="0">
              <a:lnSpc>
                <a:spcPct val="95000"/>
              </a:lnSpc>
              <a:spcBef>
                <a:spcPts val="1200"/>
              </a:spcBef>
              <a:spcAft>
                <a:spcPts val="1200"/>
              </a:spcAft>
              <a:buSzPts val="275"/>
              <a:buNone/>
            </a:pPr>
            <a:endParaRPr sz="1350" dirty="0"/>
          </a:p>
        </p:txBody>
      </p:sp>
      <p:sp>
        <p:nvSpPr>
          <p:cNvPr id="131" name="Google Shape;131;p27">
            <a:extLst>
              <a:ext uri="{FF2B5EF4-FFF2-40B4-BE49-F238E27FC236}">
                <a16:creationId xmlns:a16="http://schemas.microsoft.com/office/drawing/2014/main" id="{63960A45-460A-6749-1C78-72452120E1C0}"/>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Meals. The word is:</a:t>
            </a:r>
            <a:endParaRPr sz="1350" dirty="0"/>
          </a:p>
          <a:p>
            <a:pPr marL="342900" lvl="0" algn="ctr" rtl="0">
              <a:lnSpc>
                <a:spcPct val="95000"/>
              </a:lnSpc>
              <a:spcBef>
                <a:spcPts val="1200"/>
              </a:spcBef>
              <a:spcAft>
                <a:spcPts val="1200"/>
              </a:spcAft>
              <a:buSzPts val="275"/>
              <a:buAutoNum type="arabicPeriod" startAt="2"/>
            </a:pPr>
            <a:r>
              <a:rPr lang="en-GB" sz="1350" b="1" dirty="0">
                <a:solidFill>
                  <a:schemeClr val="tx1"/>
                </a:solidFill>
              </a:rPr>
              <a:t>Burger</a:t>
            </a:r>
            <a:endParaRPr sz="1350" b="1" dirty="0">
              <a:solidFill>
                <a:schemeClr val="tx1"/>
              </a:solidFill>
            </a:endParaRPr>
          </a:p>
        </p:txBody>
      </p:sp>
      <p:sp>
        <p:nvSpPr>
          <p:cNvPr id="2" name="Rectangle 1">
            <a:extLst>
              <a:ext uri="{FF2B5EF4-FFF2-40B4-BE49-F238E27FC236}">
                <a16:creationId xmlns:a16="http://schemas.microsoft.com/office/drawing/2014/main" id="{3F32AA3C-DEB7-01F6-DA25-BC68FC55E62D}"/>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543757407"/>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E90E3189-4B91-8083-1FD0-0F7F90994E23}"/>
            </a:ext>
          </a:extLst>
        </p:cNvPr>
        <p:cNvGrpSpPr/>
        <p:nvPr/>
      </p:nvGrpSpPr>
      <p:grpSpPr>
        <a:xfrm>
          <a:off x="0" y="0"/>
          <a:ext cx="0" cy="0"/>
          <a:chOff x="0" y="0"/>
          <a:chExt cx="0" cy="0"/>
        </a:xfrm>
      </p:grpSpPr>
      <p:sp>
        <p:nvSpPr>
          <p:cNvPr id="136" name="Google Shape;136;p28">
            <a:extLst>
              <a:ext uri="{FF2B5EF4-FFF2-40B4-BE49-F238E27FC236}">
                <a16:creationId xmlns:a16="http://schemas.microsoft.com/office/drawing/2014/main" id="{6C560725-370E-9337-06C7-743DFE2DD64F}"/>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Clr>
                <a:schemeClr val="dk1"/>
              </a:buClr>
              <a:buSzPts val="275"/>
              <a:buFont typeface="Arial"/>
              <a:buNone/>
            </a:pPr>
            <a:r>
              <a:rPr lang="en-GB" sz="1350" dirty="0"/>
              <a:t>Take the response pad from your partner. Remember to mark the YES/NO responses using the buttons for </a:t>
            </a:r>
            <a:r>
              <a:rPr lang="en-GB" sz="1350" b="1" dirty="0"/>
              <a:t>participant B</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
        <p:nvSpPr>
          <p:cNvPr id="137" name="Google Shape;137;p28">
            <a:extLst>
              <a:ext uri="{FF2B5EF4-FFF2-40B4-BE49-F238E27FC236}">
                <a16:creationId xmlns:a16="http://schemas.microsoft.com/office/drawing/2014/main" id="{37C95837-8645-E66E-947E-5C19C3C5BF8F}"/>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1200"/>
              </a:spcAft>
              <a:buSzPts val="275"/>
              <a:buNone/>
            </a:pPr>
            <a:r>
              <a:rPr lang="en-GB" sz="1350"/>
              <a:t>When you’re both ready, you can begin the next trial.</a:t>
            </a:r>
            <a:endParaRPr sz="1350"/>
          </a:p>
        </p:txBody>
      </p:sp>
    </p:spTree>
    <p:extLst>
      <p:ext uri="{BB962C8B-B14F-4D97-AF65-F5344CB8AC3E}">
        <p14:creationId xmlns:p14="http://schemas.microsoft.com/office/powerpoint/2010/main" val="14192389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41">
          <a:extLst>
            <a:ext uri="{FF2B5EF4-FFF2-40B4-BE49-F238E27FC236}">
              <a16:creationId xmlns:a16="http://schemas.microsoft.com/office/drawing/2014/main" id="{59BD37B1-7856-8AA5-36C1-F0E0B2C101BF}"/>
            </a:ext>
          </a:extLst>
        </p:cNvPr>
        <p:cNvGrpSpPr/>
        <p:nvPr/>
      </p:nvGrpSpPr>
      <p:grpSpPr>
        <a:xfrm>
          <a:off x="0" y="0"/>
          <a:ext cx="0" cy="0"/>
          <a:chOff x="0" y="0"/>
          <a:chExt cx="0" cy="0"/>
        </a:xfrm>
      </p:grpSpPr>
      <p:sp>
        <p:nvSpPr>
          <p:cNvPr id="142" name="Google Shape;142;p29">
            <a:extLst>
              <a:ext uri="{FF2B5EF4-FFF2-40B4-BE49-F238E27FC236}">
                <a16:creationId xmlns:a16="http://schemas.microsoft.com/office/drawing/2014/main" id="{870523D5-A252-8E81-7EF9-8D7786E2E60C}"/>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Meals. The word is:</a:t>
            </a:r>
            <a:endParaRPr sz="1350" dirty="0"/>
          </a:p>
          <a:p>
            <a:pPr marL="342900" lvl="0" algn="ctr" rtl="0">
              <a:lnSpc>
                <a:spcPct val="95000"/>
              </a:lnSpc>
              <a:spcBef>
                <a:spcPts val="1200"/>
              </a:spcBef>
              <a:spcAft>
                <a:spcPts val="1200"/>
              </a:spcAft>
              <a:buSzPts val="275"/>
              <a:buAutoNum type="arabicPeriod" startAt="3"/>
            </a:pPr>
            <a:r>
              <a:rPr lang="en-GB" sz="1350" b="1" dirty="0">
                <a:solidFill>
                  <a:schemeClr val="tx1"/>
                </a:solidFill>
              </a:rPr>
              <a:t>Ice Cream</a:t>
            </a:r>
            <a:endParaRPr sz="1350" b="1" dirty="0">
              <a:solidFill>
                <a:schemeClr val="tx1"/>
              </a:solidFill>
            </a:endParaRPr>
          </a:p>
        </p:txBody>
      </p:sp>
      <p:sp>
        <p:nvSpPr>
          <p:cNvPr id="143" name="Google Shape;143;p29">
            <a:extLst>
              <a:ext uri="{FF2B5EF4-FFF2-40B4-BE49-F238E27FC236}">
                <a16:creationId xmlns:a16="http://schemas.microsoft.com/office/drawing/2014/main" id="{882D27BE-BF93-8DA6-7129-D92F20891459}"/>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1200"/>
              </a:spcAft>
              <a:buSzPts val="275"/>
              <a:buNone/>
            </a:pPr>
            <a:r>
              <a:rPr lang="en-GB" sz="1350" dirty="0"/>
              <a:t>You are the </a:t>
            </a:r>
            <a:r>
              <a:rPr lang="en-GB" sz="1350" b="1" dirty="0"/>
              <a:t>GUESSER</a:t>
            </a:r>
            <a:r>
              <a:rPr lang="en-GB" sz="1350" dirty="0"/>
              <a:t>. The topic is: Meals.</a:t>
            </a:r>
          </a:p>
          <a:p>
            <a:pPr marL="0" lvl="0" indent="0" algn="ctr" rtl="0">
              <a:lnSpc>
                <a:spcPct val="95000"/>
              </a:lnSpc>
              <a:spcBef>
                <a:spcPts val="0"/>
              </a:spcBef>
              <a:spcAft>
                <a:spcPts val="1200"/>
              </a:spcAft>
              <a:buSzPts val="275"/>
              <a:buNone/>
            </a:pPr>
            <a:endParaRPr sz="1350" dirty="0"/>
          </a:p>
        </p:txBody>
      </p:sp>
      <p:sp>
        <p:nvSpPr>
          <p:cNvPr id="2" name="Rectangle 1">
            <a:extLst>
              <a:ext uri="{FF2B5EF4-FFF2-40B4-BE49-F238E27FC236}">
                <a16:creationId xmlns:a16="http://schemas.microsoft.com/office/drawing/2014/main" id="{E47DA786-F827-1651-9BE7-0D7528B1BB5B}"/>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17970592"/>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FAFB9112-023A-4563-2EAD-891F8C1871E0}"/>
            </a:ext>
          </a:extLst>
        </p:cNvPr>
        <p:cNvGrpSpPr/>
        <p:nvPr/>
      </p:nvGrpSpPr>
      <p:grpSpPr>
        <a:xfrm>
          <a:off x="0" y="0"/>
          <a:ext cx="0" cy="0"/>
          <a:chOff x="0" y="0"/>
          <a:chExt cx="0" cy="0"/>
        </a:xfrm>
      </p:grpSpPr>
      <p:sp>
        <p:nvSpPr>
          <p:cNvPr id="100" name="Google Shape;100;p22">
            <a:extLst>
              <a:ext uri="{FF2B5EF4-FFF2-40B4-BE49-F238E27FC236}">
                <a16:creationId xmlns:a16="http://schemas.microsoft.com/office/drawing/2014/main" id="{DA05D5FD-0624-8F6F-ABE1-54EA09163849}"/>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0"/>
              </a:spcAft>
              <a:buSzPts val="275"/>
              <a:buNone/>
            </a:pPr>
            <a:r>
              <a:rPr lang="en-GB" sz="1350"/>
              <a:t>When you’re both ready, you can begin the next trial.</a:t>
            </a:r>
            <a:endParaRPr sz="1350"/>
          </a:p>
          <a:p>
            <a:pPr marL="0" lvl="0" indent="0" algn="l" rtl="0">
              <a:lnSpc>
                <a:spcPct val="95000"/>
              </a:lnSpc>
              <a:spcBef>
                <a:spcPts val="1200"/>
              </a:spcBef>
              <a:spcAft>
                <a:spcPts val="1200"/>
              </a:spcAft>
              <a:buSzPts val="275"/>
              <a:buNone/>
            </a:pPr>
            <a:endParaRPr sz="1350"/>
          </a:p>
        </p:txBody>
      </p:sp>
      <p:sp>
        <p:nvSpPr>
          <p:cNvPr id="101" name="Google Shape;101;p22">
            <a:extLst>
              <a:ext uri="{FF2B5EF4-FFF2-40B4-BE49-F238E27FC236}">
                <a16:creationId xmlns:a16="http://schemas.microsoft.com/office/drawing/2014/main" id="{D4E724F4-BD7D-F197-0E8D-EE7CA93DF723}"/>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A</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Tree>
    <p:extLst>
      <p:ext uri="{BB962C8B-B14F-4D97-AF65-F5344CB8AC3E}">
        <p14:creationId xmlns:p14="http://schemas.microsoft.com/office/powerpoint/2010/main" val="6032421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47">
          <a:extLst>
            <a:ext uri="{FF2B5EF4-FFF2-40B4-BE49-F238E27FC236}">
              <a16:creationId xmlns:a16="http://schemas.microsoft.com/office/drawing/2014/main" id="{5244A282-8277-78D5-6491-5129E722B34C}"/>
            </a:ext>
          </a:extLst>
        </p:cNvPr>
        <p:cNvGrpSpPr/>
        <p:nvPr/>
      </p:nvGrpSpPr>
      <p:grpSpPr>
        <a:xfrm>
          <a:off x="0" y="0"/>
          <a:ext cx="0" cy="0"/>
          <a:chOff x="0" y="0"/>
          <a:chExt cx="0" cy="0"/>
        </a:xfrm>
      </p:grpSpPr>
      <p:sp>
        <p:nvSpPr>
          <p:cNvPr id="148" name="Google Shape;148;p30">
            <a:extLst>
              <a:ext uri="{FF2B5EF4-FFF2-40B4-BE49-F238E27FC236}">
                <a16:creationId xmlns:a16="http://schemas.microsoft.com/office/drawing/2014/main" id="{98659160-086A-4A8A-F496-FBE5AE89538C}"/>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Meals.</a:t>
            </a:r>
          </a:p>
          <a:p>
            <a:pPr marL="0" lvl="0" indent="0" algn="ctr" rtl="0">
              <a:lnSpc>
                <a:spcPct val="95000"/>
              </a:lnSpc>
              <a:spcBef>
                <a:spcPts val="0"/>
              </a:spcBef>
              <a:spcAft>
                <a:spcPts val="0"/>
              </a:spcAft>
              <a:buSzPts val="275"/>
              <a:buNone/>
            </a:pPr>
            <a:endParaRPr lang="en-GB" sz="1350" dirty="0"/>
          </a:p>
          <a:p>
            <a:pPr marL="0" lvl="0" indent="0" algn="l" rtl="0">
              <a:lnSpc>
                <a:spcPct val="95000"/>
              </a:lnSpc>
              <a:spcBef>
                <a:spcPts val="1200"/>
              </a:spcBef>
              <a:spcAft>
                <a:spcPts val="1200"/>
              </a:spcAft>
              <a:buSzPts val="275"/>
              <a:buNone/>
            </a:pPr>
            <a:endParaRPr sz="1350" dirty="0"/>
          </a:p>
        </p:txBody>
      </p:sp>
      <p:sp>
        <p:nvSpPr>
          <p:cNvPr id="149" name="Google Shape;149;p30">
            <a:extLst>
              <a:ext uri="{FF2B5EF4-FFF2-40B4-BE49-F238E27FC236}">
                <a16:creationId xmlns:a16="http://schemas.microsoft.com/office/drawing/2014/main" id="{1026F436-320C-97F7-4CDF-6DEFF8D38C20}"/>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Meals. The word is:</a:t>
            </a:r>
            <a:endParaRPr sz="1350" dirty="0"/>
          </a:p>
          <a:p>
            <a:pPr marL="342900" lvl="0" algn="ctr" rtl="0">
              <a:lnSpc>
                <a:spcPct val="95000"/>
              </a:lnSpc>
              <a:spcBef>
                <a:spcPts val="1200"/>
              </a:spcBef>
              <a:spcAft>
                <a:spcPts val="1200"/>
              </a:spcAft>
              <a:buSzPts val="275"/>
              <a:buAutoNum type="arabicPeriod" startAt="4"/>
            </a:pPr>
            <a:r>
              <a:rPr lang="en-GB" sz="1350" b="1" dirty="0">
                <a:solidFill>
                  <a:schemeClr val="tx1"/>
                </a:solidFill>
              </a:rPr>
              <a:t>Sushi</a:t>
            </a:r>
            <a:endParaRPr sz="1350" b="1" dirty="0">
              <a:solidFill>
                <a:schemeClr val="tx1"/>
              </a:solidFill>
            </a:endParaRPr>
          </a:p>
        </p:txBody>
      </p:sp>
      <p:sp>
        <p:nvSpPr>
          <p:cNvPr id="2" name="Rectangle 1">
            <a:extLst>
              <a:ext uri="{FF2B5EF4-FFF2-40B4-BE49-F238E27FC236}">
                <a16:creationId xmlns:a16="http://schemas.microsoft.com/office/drawing/2014/main" id="{261D4D07-CA98-2EBE-8673-9C2AD55E752C}"/>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48903825"/>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F705C4ED-D224-409E-E49B-9B2E841AF6F0}"/>
            </a:ext>
          </a:extLst>
        </p:cNvPr>
        <p:cNvGrpSpPr/>
        <p:nvPr/>
      </p:nvGrpSpPr>
      <p:grpSpPr>
        <a:xfrm>
          <a:off x="0" y="0"/>
          <a:ext cx="0" cy="0"/>
          <a:chOff x="0" y="0"/>
          <a:chExt cx="0" cy="0"/>
        </a:xfrm>
      </p:grpSpPr>
      <p:sp>
        <p:nvSpPr>
          <p:cNvPr id="112" name="Google Shape;112;p24">
            <a:extLst>
              <a:ext uri="{FF2B5EF4-FFF2-40B4-BE49-F238E27FC236}">
                <a16:creationId xmlns:a16="http://schemas.microsoft.com/office/drawing/2014/main" id="{463BEAF8-2375-98F7-CD51-6070BB134FC0}"/>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B</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
        <p:nvSpPr>
          <p:cNvPr id="113" name="Google Shape;113;p24">
            <a:extLst>
              <a:ext uri="{FF2B5EF4-FFF2-40B4-BE49-F238E27FC236}">
                <a16:creationId xmlns:a16="http://schemas.microsoft.com/office/drawing/2014/main" id="{A97B9ECE-4458-5857-40B4-FE9FD5233DC2}"/>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1200"/>
              </a:spcAft>
              <a:buSzPts val="275"/>
              <a:buNone/>
            </a:pPr>
            <a:r>
              <a:rPr lang="en-GB" sz="1350"/>
              <a:t>When you’re both ready, you can begin the next trial.</a:t>
            </a:r>
            <a:endParaRPr sz="1350"/>
          </a:p>
        </p:txBody>
      </p:sp>
    </p:spTree>
    <p:extLst>
      <p:ext uri="{BB962C8B-B14F-4D97-AF65-F5344CB8AC3E}">
        <p14:creationId xmlns:p14="http://schemas.microsoft.com/office/powerpoint/2010/main" val="10351347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28C3992-DFB4-6FF5-296C-F3D7AC6B6CBA}"/>
            </a:ext>
          </a:extLst>
        </p:cNvPr>
        <p:cNvGrpSpPr/>
        <p:nvPr/>
      </p:nvGrpSpPr>
      <p:grpSpPr>
        <a:xfrm>
          <a:off x="0" y="0"/>
          <a:ext cx="0" cy="0"/>
          <a:chOff x="0" y="0"/>
          <a:chExt cx="0" cy="0"/>
        </a:xfrm>
      </p:grpSpPr>
      <p:sp>
        <p:nvSpPr>
          <p:cNvPr id="118" name="Google Shape;118;p25">
            <a:extLst>
              <a:ext uri="{FF2B5EF4-FFF2-40B4-BE49-F238E27FC236}">
                <a16:creationId xmlns:a16="http://schemas.microsoft.com/office/drawing/2014/main" id="{C8D574AB-29FF-DEC0-573E-A81FEA7A537E}"/>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Objects. The word is:</a:t>
            </a:r>
          </a:p>
          <a:p>
            <a:pPr marL="342900" lvl="0" algn="ctr" rtl="0">
              <a:lnSpc>
                <a:spcPct val="95000"/>
              </a:lnSpc>
              <a:spcBef>
                <a:spcPts val="1200"/>
              </a:spcBef>
              <a:spcAft>
                <a:spcPts val="0"/>
              </a:spcAft>
              <a:buSzPts val="275"/>
              <a:buAutoNum type="arabicPeriod"/>
            </a:pPr>
            <a:r>
              <a:rPr lang="en-GB" sz="1350" b="1" dirty="0">
                <a:solidFill>
                  <a:schemeClr val="tx1"/>
                </a:solidFill>
              </a:rPr>
              <a:t>Laptop</a:t>
            </a:r>
          </a:p>
          <a:p>
            <a:pPr marL="342900" lvl="0" algn="ctr" rtl="0">
              <a:lnSpc>
                <a:spcPct val="95000"/>
              </a:lnSpc>
              <a:spcBef>
                <a:spcPts val="1200"/>
              </a:spcBef>
              <a:spcAft>
                <a:spcPts val="0"/>
              </a:spcAft>
              <a:buSzPts val="275"/>
              <a:buAutoNum type="arabicPeriod"/>
            </a:pPr>
            <a:endParaRPr sz="1350" b="1" dirty="0">
              <a:solidFill>
                <a:schemeClr val="tx1"/>
              </a:solidFill>
            </a:endParaRPr>
          </a:p>
          <a:p>
            <a:pPr marL="0" lvl="0" indent="0" algn="l" rtl="0">
              <a:lnSpc>
                <a:spcPct val="95000"/>
              </a:lnSpc>
              <a:spcBef>
                <a:spcPts val="1200"/>
              </a:spcBef>
              <a:spcAft>
                <a:spcPts val="1200"/>
              </a:spcAft>
              <a:buSzPts val="275"/>
              <a:buNone/>
            </a:pPr>
            <a:endParaRPr sz="1350" dirty="0"/>
          </a:p>
        </p:txBody>
      </p:sp>
      <p:sp>
        <p:nvSpPr>
          <p:cNvPr id="119" name="Google Shape;119;p25">
            <a:extLst>
              <a:ext uri="{FF2B5EF4-FFF2-40B4-BE49-F238E27FC236}">
                <a16:creationId xmlns:a16="http://schemas.microsoft.com/office/drawing/2014/main" id="{1C63BAF1-B29E-70A3-F60C-95BC2B78F28E}"/>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1200"/>
              </a:spcAft>
              <a:buSzPts val="275"/>
              <a:buNone/>
            </a:pPr>
            <a:r>
              <a:rPr lang="en-GB" sz="1350" dirty="0"/>
              <a:t>You are the </a:t>
            </a:r>
            <a:r>
              <a:rPr lang="en-GB" sz="1350" b="1" dirty="0"/>
              <a:t>GUESSER</a:t>
            </a:r>
            <a:r>
              <a:rPr lang="en-GB" sz="1350" dirty="0"/>
              <a:t>. The topic is: Objects.</a:t>
            </a:r>
          </a:p>
          <a:p>
            <a:pPr marL="0" lvl="0" indent="0" algn="ctr" rtl="0">
              <a:lnSpc>
                <a:spcPct val="95000"/>
              </a:lnSpc>
              <a:spcBef>
                <a:spcPts val="0"/>
              </a:spcBef>
              <a:spcAft>
                <a:spcPts val="1200"/>
              </a:spcAft>
              <a:buSzPts val="275"/>
              <a:buNone/>
            </a:pPr>
            <a:r>
              <a:rPr lang="en-GB" sz="1350" dirty="0"/>
              <a:t>Hint: Technology</a:t>
            </a:r>
            <a:endParaRPr sz="1350" dirty="0"/>
          </a:p>
        </p:txBody>
      </p:sp>
      <p:sp>
        <p:nvSpPr>
          <p:cNvPr id="2" name="Rectangle 1">
            <a:extLst>
              <a:ext uri="{FF2B5EF4-FFF2-40B4-BE49-F238E27FC236}">
                <a16:creationId xmlns:a16="http://schemas.microsoft.com/office/drawing/2014/main" id="{7CD3C84F-0271-980F-3460-BE720DEBF706}"/>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814856235"/>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23">
          <a:extLst>
            <a:ext uri="{FF2B5EF4-FFF2-40B4-BE49-F238E27FC236}">
              <a16:creationId xmlns:a16="http://schemas.microsoft.com/office/drawing/2014/main" id="{07AC2D45-3ED1-2580-D409-58F3E41634E6}"/>
            </a:ext>
          </a:extLst>
        </p:cNvPr>
        <p:cNvGrpSpPr/>
        <p:nvPr/>
      </p:nvGrpSpPr>
      <p:grpSpPr>
        <a:xfrm>
          <a:off x="0" y="0"/>
          <a:ext cx="0" cy="0"/>
          <a:chOff x="0" y="0"/>
          <a:chExt cx="0" cy="0"/>
        </a:xfrm>
      </p:grpSpPr>
      <p:sp>
        <p:nvSpPr>
          <p:cNvPr id="124" name="Google Shape;124;p26">
            <a:extLst>
              <a:ext uri="{FF2B5EF4-FFF2-40B4-BE49-F238E27FC236}">
                <a16:creationId xmlns:a16="http://schemas.microsoft.com/office/drawing/2014/main" id="{5C758449-EF02-0BBE-4BAA-6D22CC125EBA}"/>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0"/>
              </a:spcAft>
              <a:buSzPts val="275"/>
              <a:buNone/>
            </a:pPr>
            <a:r>
              <a:rPr lang="en-GB" sz="1350"/>
              <a:t>When you’re both ready, you can begin the next trial.</a:t>
            </a:r>
            <a:endParaRPr sz="1350"/>
          </a:p>
          <a:p>
            <a:pPr marL="0" lvl="0" indent="0" algn="l" rtl="0">
              <a:lnSpc>
                <a:spcPct val="95000"/>
              </a:lnSpc>
              <a:spcBef>
                <a:spcPts val="1200"/>
              </a:spcBef>
              <a:spcAft>
                <a:spcPts val="1200"/>
              </a:spcAft>
              <a:buSzPts val="275"/>
              <a:buNone/>
            </a:pPr>
            <a:endParaRPr sz="1350"/>
          </a:p>
        </p:txBody>
      </p:sp>
      <p:sp>
        <p:nvSpPr>
          <p:cNvPr id="125" name="Google Shape;125;p26">
            <a:extLst>
              <a:ext uri="{FF2B5EF4-FFF2-40B4-BE49-F238E27FC236}">
                <a16:creationId xmlns:a16="http://schemas.microsoft.com/office/drawing/2014/main" id="{A717F6AB-24EF-DE6B-7264-C85307E1F453}"/>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A</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Tree>
    <p:extLst>
      <p:ext uri="{BB962C8B-B14F-4D97-AF65-F5344CB8AC3E}">
        <p14:creationId xmlns:p14="http://schemas.microsoft.com/office/powerpoint/2010/main" val="9770657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3186D49C-5927-D65B-EBFF-8262E73DAE4B}"/>
            </a:ext>
          </a:extLst>
        </p:cNvPr>
        <p:cNvGrpSpPr/>
        <p:nvPr/>
      </p:nvGrpSpPr>
      <p:grpSpPr>
        <a:xfrm>
          <a:off x="0" y="0"/>
          <a:ext cx="0" cy="0"/>
          <a:chOff x="0" y="0"/>
          <a:chExt cx="0" cy="0"/>
        </a:xfrm>
      </p:grpSpPr>
      <p:sp>
        <p:nvSpPr>
          <p:cNvPr id="130" name="Google Shape;130;p27">
            <a:extLst>
              <a:ext uri="{FF2B5EF4-FFF2-40B4-BE49-F238E27FC236}">
                <a16:creationId xmlns:a16="http://schemas.microsoft.com/office/drawing/2014/main" id="{485988D5-185E-B7A3-D4CB-2BE9F2B00AD1}"/>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Objects.</a:t>
            </a:r>
          </a:p>
          <a:p>
            <a:pPr marL="0" lvl="0" indent="0" algn="ctr" rtl="0">
              <a:lnSpc>
                <a:spcPct val="95000"/>
              </a:lnSpc>
              <a:spcBef>
                <a:spcPts val="0"/>
              </a:spcBef>
              <a:spcAft>
                <a:spcPts val="0"/>
              </a:spcAft>
              <a:buSzPts val="275"/>
              <a:buNone/>
            </a:pPr>
            <a:endParaRPr lang="en-GB" sz="1350" dirty="0"/>
          </a:p>
          <a:p>
            <a:pPr marL="0" lvl="0" indent="0" algn="ctr" rtl="0">
              <a:lnSpc>
                <a:spcPct val="95000"/>
              </a:lnSpc>
              <a:spcBef>
                <a:spcPts val="0"/>
              </a:spcBef>
              <a:spcAft>
                <a:spcPts val="0"/>
              </a:spcAft>
              <a:buSzPts val="275"/>
              <a:buNone/>
            </a:pPr>
            <a:r>
              <a:rPr lang="en-GB" sz="1350" dirty="0"/>
              <a:t>Hint: Cleaning</a:t>
            </a:r>
            <a:endParaRPr sz="1350" dirty="0"/>
          </a:p>
          <a:p>
            <a:pPr marL="0" lvl="0" indent="0" algn="l" rtl="0">
              <a:lnSpc>
                <a:spcPct val="95000"/>
              </a:lnSpc>
              <a:spcBef>
                <a:spcPts val="1200"/>
              </a:spcBef>
              <a:spcAft>
                <a:spcPts val="1200"/>
              </a:spcAft>
              <a:buSzPts val="275"/>
              <a:buNone/>
            </a:pPr>
            <a:endParaRPr sz="1350" dirty="0"/>
          </a:p>
        </p:txBody>
      </p:sp>
      <p:sp>
        <p:nvSpPr>
          <p:cNvPr id="131" name="Google Shape;131;p27">
            <a:extLst>
              <a:ext uri="{FF2B5EF4-FFF2-40B4-BE49-F238E27FC236}">
                <a16:creationId xmlns:a16="http://schemas.microsoft.com/office/drawing/2014/main" id="{9B297962-63B9-A95E-FAE3-BA7132FC7856}"/>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Objects. The word is:</a:t>
            </a:r>
            <a:endParaRPr sz="1350" dirty="0"/>
          </a:p>
          <a:p>
            <a:pPr marL="342900" lvl="0" algn="ctr" rtl="0">
              <a:lnSpc>
                <a:spcPct val="95000"/>
              </a:lnSpc>
              <a:spcBef>
                <a:spcPts val="1200"/>
              </a:spcBef>
              <a:spcAft>
                <a:spcPts val="1200"/>
              </a:spcAft>
              <a:buSzPts val="275"/>
              <a:buAutoNum type="arabicPeriod" startAt="2"/>
            </a:pPr>
            <a:r>
              <a:rPr lang="en-GB" sz="1350" b="1" dirty="0">
                <a:solidFill>
                  <a:schemeClr val="tx1"/>
                </a:solidFill>
              </a:rPr>
              <a:t>Toothbrush</a:t>
            </a:r>
            <a:endParaRPr sz="1350" b="1" dirty="0">
              <a:solidFill>
                <a:schemeClr val="tx1"/>
              </a:solidFill>
            </a:endParaRPr>
          </a:p>
        </p:txBody>
      </p:sp>
      <p:sp>
        <p:nvSpPr>
          <p:cNvPr id="2" name="Rectangle 1">
            <a:extLst>
              <a:ext uri="{FF2B5EF4-FFF2-40B4-BE49-F238E27FC236}">
                <a16:creationId xmlns:a16="http://schemas.microsoft.com/office/drawing/2014/main" id="{30BDD526-8288-DB25-11B1-9B9F2C254EE6}"/>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42514517"/>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3F6F2900-E48E-BCBA-07A9-3950221651A9}"/>
            </a:ext>
          </a:extLst>
        </p:cNvPr>
        <p:cNvGrpSpPr/>
        <p:nvPr/>
      </p:nvGrpSpPr>
      <p:grpSpPr>
        <a:xfrm>
          <a:off x="0" y="0"/>
          <a:ext cx="0" cy="0"/>
          <a:chOff x="0" y="0"/>
          <a:chExt cx="0" cy="0"/>
        </a:xfrm>
      </p:grpSpPr>
      <p:sp>
        <p:nvSpPr>
          <p:cNvPr id="136" name="Google Shape;136;p28">
            <a:extLst>
              <a:ext uri="{FF2B5EF4-FFF2-40B4-BE49-F238E27FC236}">
                <a16:creationId xmlns:a16="http://schemas.microsoft.com/office/drawing/2014/main" id="{2D5FEE1D-F3F1-814C-C073-1B223B0D3858}"/>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Clr>
                <a:schemeClr val="dk1"/>
              </a:buClr>
              <a:buSzPts val="275"/>
              <a:buFont typeface="Arial"/>
              <a:buNone/>
            </a:pPr>
            <a:r>
              <a:rPr lang="en-GB" sz="1350" dirty="0"/>
              <a:t>Take the response pad from your partner. Remember to mark the YES/NO responses using the buttons for </a:t>
            </a:r>
            <a:r>
              <a:rPr lang="en-GB" sz="1350" b="1" dirty="0"/>
              <a:t>participant B</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
        <p:nvSpPr>
          <p:cNvPr id="137" name="Google Shape;137;p28">
            <a:extLst>
              <a:ext uri="{FF2B5EF4-FFF2-40B4-BE49-F238E27FC236}">
                <a16:creationId xmlns:a16="http://schemas.microsoft.com/office/drawing/2014/main" id="{5B318B9A-FD46-55C3-6030-F23695938677}"/>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1200"/>
              </a:spcAft>
              <a:buSzPts val="275"/>
              <a:buNone/>
            </a:pPr>
            <a:r>
              <a:rPr lang="en-GB" sz="1350"/>
              <a:t>When you’re both ready, you can begin the next trial.</a:t>
            </a:r>
            <a:endParaRPr sz="1350"/>
          </a:p>
        </p:txBody>
      </p:sp>
    </p:spTree>
    <p:extLst>
      <p:ext uri="{BB962C8B-B14F-4D97-AF65-F5344CB8AC3E}">
        <p14:creationId xmlns:p14="http://schemas.microsoft.com/office/powerpoint/2010/main" val="29444979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41">
          <a:extLst>
            <a:ext uri="{FF2B5EF4-FFF2-40B4-BE49-F238E27FC236}">
              <a16:creationId xmlns:a16="http://schemas.microsoft.com/office/drawing/2014/main" id="{B452487D-E9F4-0CE1-942C-F0BB313E9914}"/>
            </a:ext>
          </a:extLst>
        </p:cNvPr>
        <p:cNvGrpSpPr/>
        <p:nvPr/>
      </p:nvGrpSpPr>
      <p:grpSpPr>
        <a:xfrm>
          <a:off x="0" y="0"/>
          <a:ext cx="0" cy="0"/>
          <a:chOff x="0" y="0"/>
          <a:chExt cx="0" cy="0"/>
        </a:xfrm>
      </p:grpSpPr>
      <p:sp>
        <p:nvSpPr>
          <p:cNvPr id="142" name="Google Shape;142;p29">
            <a:extLst>
              <a:ext uri="{FF2B5EF4-FFF2-40B4-BE49-F238E27FC236}">
                <a16:creationId xmlns:a16="http://schemas.microsoft.com/office/drawing/2014/main" id="{90144C5E-021C-A9C4-EC3F-06A349C4C5FC}"/>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Objects. The word is:</a:t>
            </a:r>
            <a:endParaRPr sz="1350" dirty="0"/>
          </a:p>
          <a:p>
            <a:pPr marL="342900" lvl="0" algn="ctr" rtl="0">
              <a:lnSpc>
                <a:spcPct val="95000"/>
              </a:lnSpc>
              <a:spcBef>
                <a:spcPts val="1200"/>
              </a:spcBef>
              <a:spcAft>
                <a:spcPts val="1200"/>
              </a:spcAft>
              <a:buSzPts val="275"/>
              <a:buAutoNum type="arabicPeriod" startAt="3"/>
            </a:pPr>
            <a:r>
              <a:rPr lang="en-GB" sz="1350" b="1" dirty="0">
                <a:solidFill>
                  <a:schemeClr val="tx1"/>
                </a:solidFill>
              </a:rPr>
              <a:t>Bicycle</a:t>
            </a:r>
          </a:p>
          <a:p>
            <a:pPr marL="342900" lvl="0" algn="ctr" rtl="0">
              <a:lnSpc>
                <a:spcPct val="95000"/>
              </a:lnSpc>
              <a:spcBef>
                <a:spcPts val="1200"/>
              </a:spcBef>
              <a:spcAft>
                <a:spcPts val="1200"/>
              </a:spcAft>
              <a:buSzPts val="275"/>
              <a:buAutoNum type="arabicPeriod" startAt="3"/>
            </a:pPr>
            <a:endParaRPr sz="1350" b="1" dirty="0">
              <a:solidFill>
                <a:schemeClr val="tx1"/>
              </a:solidFill>
            </a:endParaRPr>
          </a:p>
        </p:txBody>
      </p:sp>
      <p:sp>
        <p:nvSpPr>
          <p:cNvPr id="143" name="Google Shape;143;p29">
            <a:extLst>
              <a:ext uri="{FF2B5EF4-FFF2-40B4-BE49-F238E27FC236}">
                <a16:creationId xmlns:a16="http://schemas.microsoft.com/office/drawing/2014/main" id="{E73CDB79-4CEB-3733-616D-886713991C7C}"/>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1200"/>
              </a:spcAft>
              <a:buSzPts val="275"/>
              <a:buNone/>
            </a:pPr>
            <a:r>
              <a:rPr lang="en-GB" sz="1350" dirty="0"/>
              <a:t>You are the </a:t>
            </a:r>
            <a:r>
              <a:rPr lang="en-GB" sz="1350" b="1" dirty="0"/>
              <a:t>GUESSER</a:t>
            </a:r>
            <a:r>
              <a:rPr lang="en-GB" sz="1350" dirty="0"/>
              <a:t>. The topic is: Objects.</a:t>
            </a:r>
          </a:p>
          <a:p>
            <a:pPr marL="0" lvl="0" indent="0" algn="ctr" rtl="0">
              <a:lnSpc>
                <a:spcPct val="95000"/>
              </a:lnSpc>
              <a:spcBef>
                <a:spcPts val="0"/>
              </a:spcBef>
              <a:spcAft>
                <a:spcPts val="1200"/>
              </a:spcAft>
              <a:buSzPts val="275"/>
              <a:buNone/>
            </a:pPr>
            <a:r>
              <a:rPr lang="en-GB" sz="1350" dirty="0"/>
              <a:t>Hint: Transport</a:t>
            </a:r>
          </a:p>
        </p:txBody>
      </p:sp>
      <p:sp>
        <p:nvSpPr>
          <p:cNvPr id="2" name="Rectangle 1">
            <a:extLst>
              <a:ext uri="{FF2B5EF4-FFF2-40B4-BE49-F238E27FC236}">
                <a16:creationId xmlns:a16="http://schemas.microsoft.com/office/drawing/2014/main" id="{7F52B689-E1A3-433D-1DDB-9F2671CB408E}"/>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44152366"/>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0C4FB6D3-E147-0B65-A517-DB27EE0D37E2}"/>
            </a:ext>
          </a:extLst>
        </p:cNvPr>
        <p:cNvGrpSpPr/>
        <p:nvPr/>
      </p:nvGrpSpPr>
      <p:grpSpPr>
        <a:xfrm>
          <a:off x="0" y="0"/>
          <a:ext cx="0" cy="0"/>
          <a:chOff x="0" y="0"/>
          <a:chExt cx="0" cy="0"/>
        </a:xfrm>
      </p:grpSpPr>
      <p:sp>
        <p:nvSpPr>
          <p:cNvPr id="100" name="Google Shape;100;p22">
            <a:extLst>
              <a:ext uri="{FF2B5EF4-FFF2-40B4-BE49-F238E27FC236}">
                <a16:creationId xmlns:a16="http://schemas.microsoft.com/office/drawing/2014/main" id="{6483F856-9B95-716F-F57A-3A45A33023BF}"/>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0"/>
              </a:spcAft>
              <a:buSzPts val="275"/>
              <a:buNone/>
            </a:pPr>
            <a:r>
              <a:rPr lang="en-GB" sz="1350"/>
              <a:t>When you’re both ready, you can begin the next trial.</a:t>
            </a:r>
            <a:endParaRPr sz="1350"/>
          </a:p>
          <a:p>
            <a:pPr marL="0" lvl="0" indent="0" algn="l" rtl="0">
              <a:lnSpc>
                <a:spcPct val="95000"/>
              </a:lnSpc>
              <a:spcBef>
                <a:spcPts val="1200"/>
              </a:spcBef>
              <a:spcAft>
                <a:spcPts val="1200"/>
              </a:spcAft>
              <a:buSzPts val="275"/>
              <a:buNone/>
            </a:pPr>
            <a:endParaRPr sz="1350"/>
          </a:p>
        </p:txBody>
      </p:sp>
      <p:sp>
        <p:nvSpPr>
          <p:cNvPr id="101" name="Google Shape;101;p22">
            <a:extLst>
              <a:ext uri="{FF2B5EF4-FFF2-40B4-BE49-F238E27FC236}">
                <a16:creationId xmlns:a16="http://schemas.microsoft.com/office/drawing/2014/main" id="{A3884750-D3A4-4D2A-DF01-147C4160D5A6}"/>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A</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Tree>
    <p:extLst>
      <p:ext uri="{BB962C8B-B14F-4D97-AF65-F5344CB8AC3E}">
        <p14:creationId xmlns:p14="http://schemas.microsoft.com/office/powerpoint/2010/main" val="39061738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47">
          <a:extLst>
            <a:ext uri="{FF2B5EF4-FFF2-40B4-BE49-F238E27FC236}">
              <a16:creationId xmlns:a16="http://schemas.microsoft.com/office/drawing/2014/main" id="{66F6122F-3B94-3271-CB1A-29953E29C0A9}"/>
            </a:ext>
          </a:extLst>
        </p:cNvPr>
        <p:cNvGrpSpPr/>
        <p:nvPr/>
      </p:nvGrpSpPr>
      <p:grpSpPr>
        <a:xfrm>
          <a:off x="0" y="0"/>
          <a:ext cx="0" cy="0"/>
          <a:chOff x="0" y="0"/>
          <a:chExt cx="0" cy="0"/>
        </a:xfrm>
      </p:grpSpPr>
      <p:sp>
        <p:nvSpPr>
          <p:cNvPr id="148" name="Google Shape;148;p30">
            <a:extLst>
              <a:ext uri="{FF2B5EF4-FFF2-40B4-BE49-F238E27FC236}">
                <a16:creationId xmlns:a16="http://schemas.microsoft.com/office/drawing/2014/main" id="{6B09DA99-5239-8446-D47C-D29D103CF782}"/>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Objects.</a:t>
            </a:r>
          </a:p>
          <a:p>
            <a:pPr marL="0" lvl="0" indent="0" algn="ctr" rtl="0">
              <a:lnSpc>
                <a:spcPct val="95000"/>
              </a:lnSpc>
              <a:spcBef>
                <a:spcPts val="0"/>
              </a:spcBef>
              <a:spcAft>
                <a:spcPts val="0"/>
              </a:spcAft>
              <a:buSzPts val="275"/>
              <a:buNone/>
            </a:pPr>
            <a:endParaRPr lang="en-GB" sz="1350" dirty="0"/>
          </a:p>
          <a:p>
            <a:pPr marL="0" lvl="0" indent="0" algn="ctr" rtl="0">
              <a:lnSpc>
                <a:spcPct val="95000"/>
              </a:lnSpc>
              <a:spcBef>
                <a:spcPts val="0"/>
              </a:spcBef>
              <a:spcAft>
                <a:spcPts val="0"/>
              </a:spcAft>
              <a:buSzPts val="275"/>
              <a:buNone/>
            </a:pPr>
            <a:r>
              <a:rPr lang="en-GB" sz="1350" dirty="0"/>
              <a:t>Hint: Something you wear</a:t>
            </a:r>
            <a:endParaRPr sz="1350" dirty="0"/>
          </a:p>
          <a:p>
            <a:pPr marL="0" lvl="0" indent="0" algn="l" rtl="0">
              <a:lnSpc>
                <a:spcPct val="95000"/>
              </a:lnSpc>
              <a:spcBef>
                <a:spcPts val="1200"/>
              </a:spcBef>
              <a:spcAft>
                <a:spcPts val="1200"/>
              </a:spcAft>
              <a:buSzPts val="275"/>
              <a:buNone/>
            </a:pPr>
            <a:endParaRPr sz="1350" dirty="0"/>
          </a:p>
        </p:txBody>
      </p:sp>
      <p:sp>
        <p:nvSpPr>
          <p:cNvPr id="149" name="Google Shape;149;p30">
            <a:extLst>
              <a:ext uri="{FF2B5EF4-FFF2-40B4-BE49-F238E27FC236}">
                <a16:creationId xmlns:a16="http://schemas.microsoft.com/office/drawing/2014/main" id="{DB0D868D-F176-2DB9-6C80-78B1696E387A}"/>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Objects. The word is:</a:t>
            </a:r>
            <a:endParaRPr sz="1350" dirty="0"/>
          </a:p>
          <a:p>
            <a:pPr marL="342900" lvl="0" algn="ctr" rtl="0">
              <a:lnSpc>
                <a:spcPct val="95000"/>
              </a:lnSpc>
              <a:spcBef>
                <a:spcPts val="1200"/>
              </a:spcBef>
              <a:spcAft>
                <a:spcPts val="1200"/>
              </a:spcAft>
              <a:buSzPts val="275"/>
              <a:buAutoNum type="arabicPeriod" startAt="4"/>
            </a:pPr>
            <a:r>
              <a:rPr lang="en-GB" sz="1350" b="1" dirty="0">
                <a:solidFill>
                  <a:schemeClr val="tx1"/>
                </a:solidFill>
              </a:rPr>
              <a:t>Backpack</a:t>
            </a:r>
          </a:p>
          <a:p>
            <a:pPr marL="342900" lvl="0" algn="ctr" rtl="0">
              <a:lnSpc>
                <a:spcPct val="95000"/>
              </a:lnSpc>
              <a:spcBef>
                <a:spcPts val="1200"/>
              </a:spcBef>
              <a:spcAft>
                <a:spcPts val="1200"/>
              </a:spcAft>
              <a:buSzPts val="275"/>
              <a:buAutoNum type="arabicPeriod" startAt="4"/>
            </a:pPr>
            <a:endParaRPr sz="1350" b="1" dirty="0">
              <a:solidFill>
                <a:schemeClr val="tx1"/>
              </a:solidFill>
            </a:endParaRPr>
          </a:p>
        </p:txBody>
      </p:sp>
      <p:sp>
        <p:nvSpPr>
          <p:cNvPr id="2" name="Rectangle 1">
            <a:extLst>
              <a:ext uri="{FF2B5EF4-FFF2-40B4-BE49-F238E27FC236}">
                <a16:creationId xmlns:a16="http://schemas.microsoft.com/office/drawing/2014/main" id="{FDA2FC26-10D9-C474-A01D-EC81A2E5BAA4}"/>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230343113"/>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FAC50026-43E6-6BCD-89FA-6251700EDB19}"/>
            </a:ext>
          </a:extLst>
        </p:cNvPr>
        <p:cNvGrpSpPr/>
        <p:nvPr/>
      </p:nvGrpSpPr>
      <p:grpSpPr>
        <a:xfrm>
          <a:off x="0" y="0"/>
          <a:ext cx="0" cy="0"/>
          <a:chOff x="0" y="0"/>
          <a:chExt cx="0" cy="0"/>
        </a:xfrm>
      </p:grpSpPr>
      <p:sp>
        <p:nvSpPr>
          <p:cNvPr id="112" name="Google Shape;112;p24">
            <a:extLst>
              <a:ext uri="{FF2B5EF4-FFF2-40B4-BE49-F238E27FC236}">
                <a16:creationId xmlns:a16="http://schemas.microsoft.com/office/drawing/2014/main" id="{1DAAD2A2-0BA5-8E5F-4DFE-C589E93399C2}"/>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B</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
        <p:nvSpPr>
          <p:cNvPr id="113" name="Google Shape;113;p24">
            <a:extLst>
              <a:ext uri="{FF2B5EF4-FFF2-40B4-BE49-F238E27FC236}">
                <a16:creationId xmlns:a16="http://schemas.microsoft.com/office/drawing/2014/main" id="{230C57EE-3EE5-4F60-C940-9E48383156D3}"/>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1200"/>
              </a:spcAft>
              <a:buSzPts val="275"/>
              <a:buNone/>
            </a:pPr>
            <a:r>
              <a:rPr lang="en-GB" sz="1350"/>
              <a:t>When you’re both ready, you can begin the next trial.</a:t>
            </a:r>
            <a:endParaRPr sz="1350"/>
          </a:p>
        </p:txBody>
      </p:sp>
    </p:spTree>
    <p:extLst>
      <p:ext uri="{BB962C8B-B14F-4D97-AF65-F5344CB8AC3E}">
        <p14:creationId xmlns:p14="http://schemas.microsoft.com/office/powerpoint/2010/main" val="9947547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31"/>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Animals. The word is:</a:t>
            </a:r>
            <a:endParaRPr sz="1350" dirty="0"/>
          </a:p>
          <a:p>
            <a:pPr marL="342900" lvl="0" algn="ctr" rtl="0">
              <a:lnSpc>
                <a:spcPct val="95000"/>
              </a:lnSpc>
              <a:spcBef>
                <a:spcPts val="1200"/>
              </a:spcBef>
              <a:spcAft>
                <a:spcPts val="0"/>
              </a:spcAft>
              <a:buSzPts val="275"/>
              <a:buAutoNum type="arabicPeriod" startAt="5"/>
            </a:pPr>
            <a:r>
              <a:rPr lang="en-GB" sz="1350" b="1" dirty="0">
                <a:solidFill>
                  <a:schemeClr val="tx1"/>
                </a:solidFill>
              </a:rPr>
              <a:t>Dolphin</a:t>
            </a:r>
          </a:p>
          <a:p>
            <a:pPr marL="0" lvl="0" indent="0" algn="l" rtl="0">
              <a:lnSpc>
                <a:spcPct val="95000"/>
              </a:lnSpc>
              <a:spcBef>
                <a:spcPts val="1200"/>
              </a:spcBef>
              <a:spcAft>
                <a:spcPts val="1200"/>
              </a:spcAft>
              <a:buSzPts val="275"/>
              <a:buNone/>
            </a:pPr>
            <a:endParaRPr sz="1350" dirty="0"/>
          </a:p>
        </p:txBody>
      </p:sp>
      <p:sp>
        <p:nvSpPr>
          <p:cNvPr id="155" name="Google Shape;155;p31"/>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Animals.</a:t>
            </a:r>
            <a:endParaRPr sz="1350" dirty="0"/>
          </a:p>
          <a:p>
            <a:pPr marL="0" lvl="0" indent="0" algn="l" rtl="0">
              <a:lnSpc>
                <a:spcPct val="95000"/>
              </a:lnSpc>
              <a:spcBef>
                <a:spcPts val="1200"/>
              </a:spcBef>
              <a:spcAft>
                <a:spcPts val="1200"/>
              </a:spcAft>
              <a:buSzPts val="275"/>
              <a:buNone/>
            </a:pPr>
            <a:endParaRPr sz="1350" dirty="0"/>
          </a:p>
        </p:txBody>
      </p:sp>
      <p:sp>
        <p:nvSpPr>
          <p:cNvPr id="2" name="Rectangle 1">
            <a:extLst>
              <a:ext uri="{FF2B5EF4-FFF2-40B4-BE49-F238E27FC236}">
                <a16:creationId xmlns:a16="http://schemas.microsoft.com/office/drawing/2014/main" id="{CD39FBB8-EA6C-02D4-458B-2C1B617C6AB1}"/>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43FCFC91-2389-A3D9-C873-215BA285B8DE}"/>
            </a:ext>
          </a:extLst>
        </p:cNvPr>
        <p:cNvGrpSpPr/>
        <p:nvPr/>
      </p:nvGrpSpPr>
      <p:grpSpPr>
        <a:xfrm>
          <a:off x="0" y="0"/>
          <a:ext cx="0" cy="0"/>
          <a:chOff x="0" y="0"/>
          <a:chExt cx="0" cy="0"/>
        </a:xfrm>
      </p:grpSpPr>
      <p:sp>
        <p:nvSpPr>
          <p:cNvPr id="100" name="Google Shape;100;p22">
            <a:extLst>
              <a:ext uri="{FF2B5EF4-FFF2-40B4-BE49-F238E27FC236}">
                <a16:creationId xmlns:a16="http://schemas.microsoft.com/office/drawing/2014/main" id="{4FA67E16-7872-D403-B3B5-38D150CD049D}"/>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0"/>
              </a:spcAft>
              <a:buSzPts val="275"/>
              <a:buNone/>
            </a:pPr>
            <a:r>
              <a:rPr lang="en-GB" sz="1350"/>
              <a:t>When you’re both ready, you can begin the next trial.</a:t>
            </a:r>
            <a:endParaRPr sz="1350"/>
          </a:p>
          <a:p>
            <a:pPr marL="0" lvl="0" indent="0" algn="l" rtl="0">
              <a:lnSpc>
                <a:spcPct val="95000"/>
              </a:lnSpc>
              <a:spcBef>
                <a:spcPts val="1200"/>
              </a:spcBef>
              <a:spcAft>
                <a:spcPts val="1200"/>
              </a:spcAft>
              <a:buSzPts val="275"/>
              <a:buNone/>
            </a:pPr>
            <a:endParaRPr sz="1350"/>
          </a:p>
        </p:txBody>
      </p:sp>
      <p:sp>
        <p:nvSpPr>
          <p:cNvPr id="101" name="Google Shape;101;p22">
            <a:extLst>
              <a:ext uri="{FF2B5EF4-FFF2-40B4-BE49-F238E27FC236}">
                <a16:creationId xmlns:a16="http://schemas.microsoft.com/office/drawing/2014/main" id="{E631EACD-F2F4-A487-B3E6-5F53646ADB81}"/>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A</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Tree>
    <p:extLst>
      <p:ext uri="{BB962C8B-B14F-4D97-AF65-F5344CB8AC3E}">
        <p14:creationId xmlns:p14="http://schemas.microsoft.com/office/powerpoint/2010/main" val="32938457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32"/>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Animals.</a:t>
            </a:r>
            <a:endParaRPr sz="1350" dirty="0"/>
          </a:p>
          <a:p>
            <a:pPr marL="0" lvl="0" indent="0" algn="l" rtl="0">
              <a:lnSpc>
                <a:spcPct val="95000"/>
              </a:lnSpc>
              <a:spcBef>
                <a:spcPts val="1200"/>
              </a:spcBef>
              <a:spcAft>
                <a:spcPts val="1200"/>
              </a:spcAft>
              <a:buSzPts val="275"/>
              <a:buNone/>
            </a:pPr>
            <a:endParaRPr sz="1350" dirty="0"/>
          </a:p>
        </p:txBody>
      </p:sp>
      <p:sp>
        <p:nvSpPr>
          <p:cNvPr id="161" name="Google Shape;161;p32"/>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Animals. The word is:</a:t>
            </a:r>
          </a:p>
          <a:p>
            <a:pPr marL="0" lvl="0" indent="0" algn="ctr" rtl="0">
              <a:lnSpc>
                <a:spcPct val="95000"/>
              </a:lnSpc>
              <a:spcBef>
                <a:spcPts val="1200"/>
              </a:spcBef>
              <a:spcAft>
                <a:spcPts val="0"/>
              </a:spcAft>
              <a:buSzPts val="275"/>
              <a:buNone/>
            </a:pPr>
            <a:r>
              <a:rPr lang="en-GB" sz="1350" b="1" dirty="0">
                <a:solidFill>
                  <a:schemeClr val="tx1"/>
                </a:solidFill>
              </a:rPr>
              <a:t>Giraffe</a:t>
            </a:r>
          </a:p>
          <a:p>
            <a:pPr marL="0" lvl="0" indent="0" algn="l" rtl="0">
              <a:lnSpc>
                <a:spcPct val="95000"/>
              </a:lnSpc>
              <a:spcBef>
                <a:spcPts val="1200"/>
              </a:spcBef>
              <a:spcAft>
                <a:spcPts val="1200"/>
              </a:spcAft>
              <a:buSzPts val="275"/>
              <a:buNone/>
            </a:pPr>
            <a:endParaRPr sz="1350" dirty="0"/>
          </a:p>
        </p:txBody>
      </p:sp>
      <p:sp>
        <p:nvSpPr>
          <p:cNvPr id="2" name="Rectangle 1">
            <a:extLst>
              <a:ext uri="{FF2B5EF4-FFF2-40B4-BE49-F238E27FC236}">
                <a16:creationId xmlns:a16="http://schemas.microsoft.com/office/drawing/2014/main" id="{3881AFE4-8C96-7D8C-418F-F7981E8EBEB9}"/>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AFF29D5D-B226-6A67-9144-0A7A85BF416E}"/>
            </a:ext>
          </a:extLst>
        </p:cNvPr>
        <p:cNvGrpSpPr/>
        <p:nvPr/>
      </p:nvGrpSpPr>
      <p:grpSpPr>
        <a:xfrm>
          <a:off x="0" y="0"/>
          <a:ext cx="0" cy="0"/>
          <a:chOff x="0" y="0"/>
          <a:chExt cx="0" cy="0"/>
        </a:xfrm>
      </p:grpSpPr>
      <p:sp>
        <p:nvSpPr>
          <p:cNvPr id="112" name="Google Shape;112;p24">
            <a:extLst>
              <a:ext uri="{FF2B5EF4-FFF2-40B4-BE49-F238E27FC236}">
                <a16:creationId xmlns:a16="http://schemas.microsoft.com/office/drawing/2014/main" id="{FD954613-9F20-8A2C-DE08-28788E493CC9}"/>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B</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
        <p:nvSpPr>
          <p:cNvPr id="113" name="Google Shape;113;p24">
            <a:extLst>
              <a:ext uri="{FF2B5EF4-FFF2-40B4-BE49-F238E27FC236}">
                <a16:creationId xmlns:a16="http://schemas.microsoft.com/office/drawing/2014/main" id="{0FFC4103-1C26-B923-AEFF-CCB4AC6EFFE5}"/>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1200"/>
              </a:spcAft>
              <a:buSzPts val="275"/>
              <a:buNone/>
            </a:pPr>
            <a:r>
              <a:rPr lang="en-GB" sz="1350"/>
              <a:t>When you’re both ready, you can begin the next trial.</a:t>
            </a:r>
            <a:endParaRPr sz="1350"/>
          </a:p>
        </p:txBody>
      </p:sp>
    </p:spTree>
    <p:extLst>
      <p:ext uri="{BB962C8B-B14F-4D97-AF65-F5344CB8AC3E}">
        <p14:creationId xmlns:p14="http://schemas.microsoft.com/office/powerpoint/2010/main" val="41061721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CE5EA6D-8A78-602F-26D1-0C0957E1FEDF}"/>
            </a:ext>
          </a:extLst>
        </p:cNvPr>
        <p:cNvGrpSpPr/>
        <p:nvPr/>
      </p:nvGrpSpPr>
      <p:grpSpPr>
        <a:xfrm>
          <a:off x="0" y="0"/>
          <a:ext cx="0" cy="0"/>
          <a:chOff x="0" y="0"/>
          <a:chExt cx="0" cy="0"/>
        </a:xfrm>
      </p:grpSpPr>
      <p:sp>
        <p:nvSpPr>
          <p:cNvPr id="118" name="Google Shape;118;p25">
            <a:extLst>
              <a:ext uri="{FF2B5EF4-FFF2-40B4-BE49-F238E27FC236}">
                <a16:creationId xmlns:a16="http://schemas.microsoft.com/office/drawing/2014/main" id="{ABA4E12C-AF0F-05E8-4AC0-F72D14B1E630}"/>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Animals. The word is:</a:t>
            </a:r>
          </a:p>
          <a:p>
            <a:pPr marL="342900" lvl="0" algn="ctr" rtl="0">
              <a:lnSpc>
                <a:spcPct val="95000"/>
              </a:lnSpc>
              <a:spcBef>
                <a:spcPts val="1200"/>
              </a:spcBef>
              <a:spcAft>
                <a:spcPts val="0"/>
              </a:spcAft>
              <a:buSzPts val="275"/>
              <a:buAutoNum type="arabicPeriod"/>
            </a:pPr>
            <a:r>
              <a:rPr lang="en-GB" sz="1350" b="1" dirty="0">
                <a:solidFill>
                  <a:schemeClr val="tx1"/>
                </a:solidFill>
              </a:rPr>
              <a:t>Penguin</a:t>
            </a:r>
            <a:endParaRPr sz="1350" dirty="0"/>
          </a:p>
        </p:txBody>
      </p:sp>
      <p:sp>
        <p:nvSpPr>
          <p:cNvPr id="119" name="Google Shape;119;p25">
            <a:extLst>
              <a:ext uri="{FF2B5EF4-FFF2-40B4-BE49-F238E27FC236}">
                <a16:creationId xmlns:a16="http://schemas.microsoft.com/office/drawing/2014/main" id="{D1BEDAFA-502E-489C-C48A-9400965A448C}"/>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1200"/>
              </a:spcAft>
              <a:buSzPts val="275"/>
              <a:buNone/>
            </a:pPr>
            <a:r>
              <a:rPr lang="en-GB" sz="1350" dirty="0"/>
              <a:t>You are the </a:t>
            </a:r>
            <a:r>
              <a:rPr lang="en-GB" sz="1350" b="1" dirty="0"/>
              <a:t>GUESSER</a:t>
            </a:r>
            <a:r>
              <a:rPr lang="en-GB" sz="1350" dirty="0"/>
              <a:t>. The topic is: Animals.</a:t>
            </a:r>
          </a:p>
        </p:txBody>
      </p:sp>
      <p:sp>
        <p:nvSpPr>
          <p:cNvPr id="2" name="Rectangle 1">
            <a:extLst>
              <a:ext uri="{FF2B5EF4-FFF2-40B4-BE49-F238E27FC236}">
                <a16:creationId xmlns:a16="http://schemas.microsoft.com/office/drawing/2014/main" id="{AAC86E2E-C041-14CF-C421-32B7D552C5BB}"/>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286528065"/>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23">
          <a:extLst>
            <a:ext uri="{FF2B5EF4-FFF2-40B4-BE49-F238E27FC236}">
              <a16:creationId xmlns:a16="http://schemas.microsoft.com/office/drawing/2014/main" id="{893281FB-A612-7900-BF5A-0D734DBD3DCB}"/>
            </a:ext>
          </a:extLst>
        </p:cNvPr>
        <p:cNvGrpSpPr/>
        <p:nvPr/>
      </p:nvGrpSpPr>
      <p:grpSpPr>
        <a:xfrm>
          <a:off x="0" y="0"/>
          <a:ext cx="0" cy="0"/>
          <a:chOff x="0" y="0"/>
          <a:chExt cx="0" cy="0"/>
        </a:xfrm>
      </p:grpSpPr>
      <p:sp>
        <p:nvSpPr>
          <p:cNvPr id="124" name="Google Shape;124;p26">
            <a:extLst>
              <a:ext uri="{FF2B5EF4-FFF2-40B4-BE49-F238E27FC236}">
                <a16:creationId xmlns:a16="http://schemas.microsoft.com/office/drawing/2014/main" id="{B7B8277B-3E73-6B1C-6F03-3BD6B5B25838}"/>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0"/>
              </a:spcAft>
              <a:buSzPts val="275"/>
              <a:buNone/>
            </a:pPr>
            <a:r>
              <a:rPr lang="en-GB" sz="1350"/>
              <a:t>When you’re both ready, you can begin the next trial.</a:t>
            </a:r>
            <a:endParaRPr sz="1350"/>
          </a:p>
          <a:p>
            <a:pPr marL="0" lvl="0" indent="0" algn="l" rtl="0">
              <a:lnSpc>
                <a:spcPct val="95000"/>
              </a:lnSpc>
              <a:spcBef>
                <a:spcPts val="1200"/>
              </a:spcBef>
              <a:spcAft>
                <a:spcPts val="1200"/>
              </a:spcAft>
              <a:buSzPts val="275"/>
              <a:buNone/>
            </a:pPr>
            <a:endParaRPr sz="1350"/>
          </a:p>
        </p:txBody>
      </p:sp>
      <p:sp>
        <p:nvSpPr>
          <p:cNvPr id="125" name="Google Shape;125;p26">
            <a:extLst>
              <a:ext uri="{FF2B5EF4-FFF2-40B4-BE49-F238E27FC236}">
                <a16:creationId xmlns:a16="http://schemas.microsoft.com/office/drawing/2014/main" id="{41499EB4-4EFD-9718-89FC-7B16F5B753B0}"/>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A</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Tree>
    <p:extLst>
      <p:ext uri="{BB962C8B-B14F-4D97-AF65-F5344CB8AC3E}">
        <p14:creationId xmlns:p14="http://schemas.microsoft.com/office/powerpoint/2010/main" val="2051342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553FD808-AFAF-C8E2-352F-94FE0CE8BED5}"/>
            </a:ext>
          </a:extLst>
        </p:cNvPr>
        <p:cNvGrpSpPr/>
        <p:nvPr/>
      </p:nvGrpSpPr>
      <p:grpSpPr>
        <a:xfrm>
          <a:off x="0" y="0"/>
          <a:ext cx="0" cy="0"/>
          <a:chOff x="0" y="0"/>
          <a:chExt cx="0" cy="0"/>
        </a:xfrm>
      </p:grpSpPr>
      <p:sp>
        <p:nvSpPr>
          <p:cNvPr id="130" name="Google Shape;130;p27">
            <a:extLst>
              <a:ext uri="{FF2B5EF4-FFF2-40B4-BE49-F238E27FC236}">
                <a16:creationId xmlns:a16="http://schemas.microsoft.com/office/drawing/2014/main" id="{40910616-6D2B-4439-A5B3-5408851718B0}"/>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Animals.</a:t>
            </a:r>
          </a:p>
          <a:p>
            <a:pPr marL="0" lvl="0" indent="0" algn="ctr" rtl="0">
              <a:lnSpc>
                <a:spcPct val="95000"/>
              </a:lnSpc>
              <a:spcBef>
                <a:spcPts val="0"/>
              </a:spcBef>
              <a:spcAft>
                <a:spcPts val="0"/>
              </a:spcAft>
              <a:buSzPts val="275"/>
              <a:buNone/>
            </a:pPr>
            <a:endParaRPr lang="en-GB" sz="1350" dirty="0"/>
          </a:p>
          <a:p>
            <a:pPr marL="0" lvl="0" indent="0" algn="ctr" rtl="0">
              <a:lnSpc>
                <a:spcPct val="95000"/>
              </a:lnSpc>
              <a:spcBef>
                <a:spcPts val="0"/>
              </a:spcBef>
              <a:spcAft>
                <a:spcPts val="0"/>
              </a:spcAft>
              <a:buSzPts val="275"/>
              <a:buNone/>
            </a:pPr>
            <a:endParaRPr sz="1350" dirty="0"/>
          </a:p>
          <a:p>
            <a:pPr marL="0" lvl="0" indent="0" algn="l" rtl="0">
              <a:lnSpc>
                <a:spcPct val="95000"/>
              </a:lnSpc>
              <a:spcBef>
                <a:spcPts val="1200"/>
              </a:spcBef>
              <a:spcAft>
                <a:spcPts val="1200"/>
              </a:spcAft>
              <a:buSzPts val="275"/>
              <a:buNone/>
            </a:pPr>
            <a:endParaRPr sz="1350" dirty="0"/>
          </a:p>
        </p:txBody>
      </p:sp>
      <p:sp>
        <p:nvSpPr>
          <p:cNvPr id="131" name="Google Shape;131;p27">
            <a:extLst>
              <a:ext uri="{FF2B5EF4-FFF2-40B4-BE49-F238E27FC236}">
                <a16:creationId xmlns:a16="http://schemas.microsoft.com/office/drawing/2014/main" id="{EC6DF651-8956-EE38-63C5-48D75B859190}"/>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Animals. The word is:</a:t>
            </a:r>
            <a:endParaRPr sz="1350" dirty="0"/>
          </a:p>
          <a:p>
            <a:pPr marL="342900" lvl="0" algn="ctr" rtl="0">
              <a:lnSpc>
                <a:spcPct val="95000"/>
              </a:lnSpc>
              <a:spcBef>
                <a:spcPts val="1200"/>
              </a:spcBef>
              <a:spcAft>
                <a:spcPts val="1200"/>
              </a:spcAft>
              <a:buSzPts val="275"/>
              <a:buAutoNum type="arabicPeriod" startAt="2"/>
            </a:pPr>
            <a:r>
              <a:rPr lang="en-GB" sz="1350" b="1" dirty="0">
                <a:solidFill>
                  <a:schemeClr val="tx1"/>
                </a:solidFill>
              </a:rPr>
              <a:t>Snake</a:t>
            </a:r>
          </a:p>
        </p:txBody>
      </p:sp>
      <p:sp>
        <p:nvSpPr>
          <p:cNvPr id="2" name="Rectangle 1">
            <a:extLst>
              <a:ext uri="{FF2B5EF4-FFF2-40B4-BE49-F238E27FC236}">
                <a16:creationId xmlns:a16="http://schemas.microsoft.com/office/drawing/2014/main" id="{9FF599D8-589D-6DF2-4A69-9C00AFE4D4FD}"/>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78440067"/>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11C67015-78B2-D2D8-3B61-486D1928A580}"/>
            </a:ext>
          </a:extLst>
        </p:cNvPr>
        <p:cNvGrpSpPr/>
        <p:nvPr/>
      </p:nvGrpSpPr>
      <p:grpSpPr>
        <a:xfrm>
          <a:off x="0" y="0"/>
          <a:ext cx="0" cy="0"/>
          <a:chOff x="0" y="0"/>
          <a:chExt cx="0" cy="0"/>
        </a:xfrm>
      </p:grpSpPr>
      <p:sp>
        <p:nvSpPr>
          <p:cNvPr id="136" name="Google Shape;136;p28">
            <a:extLst>
              <a:ext uri="{FF2B5EF4-FFF2-40B4-BE49-F238E27FC236}">
                <a16:creationId xmlns:a16="http://schemas.microsoft.com/office/drawing/2014/main" id="{E732511F-1F67-8350-1535-7E2BFC10743A}"/>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Clr>
                <a:schemeClr val="dk1"/>
              </a:buClr>
              <a:buSzPts val="275"/>
              <a:buFont typeface="Arial"/>
              <a:buNone/>
            </a:pPr>
            <a:r>
              <a:rPr lang="en-GB" sz="1350" dirty="0"/>
              <a:t>Take the response pad from your partner. Remember to mark the YES/NO responses using the buttons for </a:t>
            </a:r>
            <a:r>
              <a:rPr lang="en-GB" sz="1350" b="1" dirty="0"/>
              <a:t>participant B</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
        <p:nvSpPr>
          <p:cNvPr id="137" name="Google Shape;137;p28">
            <a:extLst>
              <a:ext uri="{FF2B5EF4-FFF2-40B4-BE49-F238E27FC236}">
                <a16:creationId xmlns:a16="http://schemas.microsoft.com/office/drawing/2014/main" id="{13A03CA0-F33A-1269-F3A5-E7B7954618C9}"/>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1200"/>
              </a:spcAft>
              <a:buSzPts val="275"/>
              <a:buNone/>
            </a:pPr>
            <a:r>
              <a:rPr lang="en-GB" sz="1350"/>
              <a:t>When you’re both ready, you can begin the next trial.</a:t>
            </a:r>
            <a:endParaRPr sz="1350"/>
          </a:p>
        </p:txBody>
      </p:sp>
    </p:spTree>
    <p:extLst>
      <p:ext uri="{BB962C8B-B14F-4D97-AF65-F5344CB8AC3E}">
        <p14:creationId xmlns:p14="http://schemas.microsoft.com/office/powerpoint/2010/main" val="22900422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DEC65FBA-EB5A-2B09-9550-BF07629004A3}"/>
            </a:ext>
          </a:extLst>
        </p:cNvPr>
        <p:cNvGrpSpPr/>
        <p:nvPr/>
      </p:nvGrpSpPr>
      <p:grpSpPr>
        <a:xfrm>
          <a:off x="0" y="0"/>
          <a:ext cx="0" cy="0"/>
          <a:chOff x="0" y="0"/>
          <a:chExt cx="0" cy="0"/>
        </a:xfrm>
      </p:grpSpPr>
      <p:sp>
        <p:nvSpPr>
          <p:cNvPr id="154" name="Google Shape;154;p31">
            <a:extLst>
              <a:ext uri="{FF2B5EF4-FFF2-40B4-BE49-F238E27FC236}">
                <a16:creationId xmlns:a16="http://schemas.microsoft.com/office/drawing/2014/main" id="{E42F433C-1C4C-4F97-6355-0F7BDE9E5EFA}"/>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Professions. The word is:</a:t>
            </a:r>
            <a:endParaRPr sz="1350" dirty="0"/>
          </a:p>
          <a:p>
            <a:pPr marL="342900" lvl="0" algn="ctr" rtl="0">
              <a:lnSpc>
                <a:spcPct val="95000"/>
              </a:lnSpc>
              <a:spcBef>
                <a:spcPts val="1200"/>
              </a:spcBef>
              <a:spcAft>
                <a:spcPts val="0"/>
              </a:spcAft>
              <a:buSzPts val="275"/>
              <a:buAutoNum type="arabicPeriod" startAt="5"/>
            </a:pPr>
            <a:r>
              <a:rPr lang="en-GB" sz="1350" b="1" dirty="0">
                <a:solidFill>
                  <a:schemeClr val="tx1"/>
                </a:solidFill>
              </a:rPr>
              <a:t>Lawyer</a:t>
            </a:r>
          </a:p>
          <a:p>
            <a:pPr marL="342900" lvl="0" algn="ctr" rtl="0">
              <a:lnSpc>
                <a:spcPct val="95000"/>
              </a:lnSpc>
              <a:spcBef>
                <a:spcPts val="1200"/>
              </a:spcBef>
              <a:spcAft>
                <a:spcPts val="0"/>
              </a:spcAft>
              <a:buSzPts val="275"/>
              <a:buAutoNum type="arabicPeriod" startAt="5"/>
            </a:pPr>
            <a:endParaRPr sz="1350" b="1" dirty="0">
              <a:solidFill>
                <a:schemeClr val="tx1"/>
              </a:solidFill>
            </a:endParaRPr>
          </a:p>
          <a:p>
            <a:pPr marL="0" lvl="0" indent="0" algn="l" rtl="0">
              <a:lnSpc>
                <a:spcPct val="95000"/>
              </a:lnSpc>
              <a:spcBef>
                <a:spcPts val="1200"/>
              </a:spcBef>
              <a:spcAft>
                <a:spcPts val="1200"/>
              </a:spcAft>
              <a:buSzPts val="275"/>
              <a:buNone/>
            </a:pPr>
            <a:endParaRPr sz="1350" dirty="0"/>
          </a:p>
        </p:txBody>
      </p:sp>
      <p:sp>
        <p:nvSpPr>
          <p:cNvPr id="155" name="Google Shape;155;p31">
            <a:extLst>
              <a:ext uri="{FF2B5EF4-FFF2-40B4-BE49-F238E27FC236}">
                <a16:creationId xmlns:a16="http://schemas.microsoft.com/office/drawing/2014/main" id="{4B687DC9-4D17-DC2E-E904-41505E708CE1}"/>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Professions.</a:t>
            </a:r>
          </a:p>
          <a:p>
            <a:pPr marL="0" lvl="0" indent="0" algn="ctr" rtl="0">
              <a:lnSpc>
                <a:spcPct val="95000"/>
              </a:lnSpc>
              <a:spcBef>
                <a:spcPts val="0"/>
              </a:spcBef>
              <a:spcAft>
                <a:spcPts val="0"/>
              </a:spcAft>
              <a:buSzPts val="275"/>
              <a:buNone/>
            </a:pPr>
            <a:endParaRPr lang="en-GB" sz="1350" dirty="0"/>
          </a:p>
          <a:p>
            <a:pPr marL="0" lvl="0" indent="0" algn="l" rtl="0">
              <a:lnSpc>
                <a:spcPct val="95000"/>
              </a:lnSpc>
              <a:spcBef>
                <a:spcPts val="1200"/>
              </a:spcBef>
              <a:spcAft>
                <a:spcPts val="1200"/>
              </a:spcAft>
              <a:buSzPts val="275"/>
              <a:buNone/>
            </a:pPr>
            <a:endParaRPr sz="1350" dirty="0"/>
          </a:p>
        </p:txBody>
      </p:sp>
      <p:sp>
        <p:nvSpPr>
          <p:cNvPr id="2" name="Rectangle 1">
            <a:extLst>
              <a:ext uri="{FF2B5EF4-FFF2-40B4-BE49-F238E27FC236}">
                <a16:creationId xmlns:a16="http://schemas.microsoft.com/office/drawing/2014/main" id="{898F23C5-6E6A-2A45-3852-D13CFF547E8C}"/>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075034824"/>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E6F748BB-D5E0-9B9C-A2C6-DAC2108DA6C9}"/>
            </a:ext>
          </a:extLst>
        </p:cNvPr>
        <p:cNvGrpSpPr/>
        <p:nvPr/>
      </p:nvGrpSpPr>
      <p:grpSpPr>
        <a:xfrm>
          <a:off x="0" y="0"/>
          <a:ext cx="0" cy="0"/>
          <a:chOff x="0" y="0"/>
          <a:chExt cx="0" cy="0"/>
        </a:xfrm>
      </p:grpSpPr>
      <p:sp>
        <p:nvSpPr>
          <p:cNvPr id="100" name="Google Shape;100;p22">
            <a:extLst>
              <a:ext uri="{FF2B5EF4-FFF2-40B4-BE49-F238E27FC236}">
                <a16:creationId xmlns:a16="http://schemas.microsoft.com/office/drawing/2014/main" id="{1921C9C2-24F7-9C99-B868-123EEBC5606C}"/>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0"/>
              </a:spcAft>
              <a:buSzPts val="275"/>
              <a:buNone/>
            </a:pPr>
            <a:r>
              <a:rPr lang="en-GB" sz="1350"/>
              <a:t>When you’re both ready, you can begin the next trial.</a:t>
            </a:r>
            <a:endParaRPr sz="1350"/>
          </a:p>
          <a:p>
            <a:pPr marL="0" lvl="0" indent="0" algn="l" rtl="0">
              <a:lnSpc>
                <a:spcPct val="95000"/>
              </a:lnSpc>
              <a:spcBef>
                <a:spcPts val="1200"/>
              </a:spcBef>
              <a:spcAft>
                <a:spcPts val="1200"/>
              </a:spcAft>
              <a:buSzPts val="275"/>
              <a:buNone/>
            </a:pPr>
            <a:endParaRPr sz="1350"/>
          </a:p>
        </p:txBody>
      </p:sp>
      <p:sp>
        <p:nvSpPr>
          <p:cNvPr id="101" name="Google Shape;101;p22">
            <a:extLst>
              <a:ext uri="{FF2B5EF4-FFF2-40B4-BE49-F238E27FC236}">
                <a16:creationId xmlns:a16="http://schemas.microsoft.com/office/drawing/2014/main" id="{FC7B0236-E5D9-5670-69FA-9122B771A5A9}"/>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A</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Tree>
    <p:extLst>
      <p:ext uri="{BB962C8B-B14F-4D97-AF65-F5344CB8AC3E}">
        <p14:creationId xmlns:p14="http://schemas.microsoft.com/office/powerpoint/2010/main" val="6727287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FA66373E-BCA5-F200-B4D2-0A7147BD6577}"/>
            </a:ext>
          </a:extLst>
        </p:cNvPr>
        <p:cNvGrpSpPr/>
        <p:nvPr/>
      </p:nvGrpSpPr>
      <p:grpSpPr>
        <a:xfrm>
          <a:off x="0" y="0"/>
          <a:ext cx="0" cy="0"/>
          <a:chOff x="0" y="0"/>
          <a:chExt cx="0" cy="0"/>
        </a:xfrm>
      </p:grpSpPr>
      <p:sp>
        <p:nvSpPr>
          <p:cNvPr id="160" name="Google Shape;160;p32">
            <a:extLst>
              <a:ext uri="{FF2B5EF4-FFF2-40B4-BE49-F238E27FC236}">
                <a16:creationId xmlns:a16="http://schemas.microsoft.com/office/drawing/2014/main" id="{0B09EB40-DE16-D3A1-E930-4BC582A141C6}"/>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Professions.</a:t>
            </a:r>
          </a:p>
          <a:p>
            <a:pPr marL="0" lvl="0" indent="0" algn="ctr" rtl="0">
              <a:lnSpc>
                <a:spcPct val="95000"/>
              </a:lnSpc>
              <a:spcBef>
                <a:spcPts val="0"/>
              </a:spcBef>
              <a:spcAft>
                <a:spcPts val="0"/>
              </a:spcAft>
              <a:buSzPts val="275"/>
              <a:buNone/>
            </a:pPr>
            <a:endParaRPr lang="en-GB" sz="1350" dirty="0"/>
          </a:p>
          <a:p>
            <a:pPr marL="0" lvl="0" indent="0" algn="l" rtl="0">
              <a:lnSpc>
                <a:spcPct val="95000"/>
              </a:lnSpc>
              <a:spcBef>
                <a:spcPts val="1200"/>
              </a:spcBef>
              <a:spcAft>
                <a:spcPts val="1200"/>
              </a:spcAft>
              <a:buSzPts val="275"/>
              <a:buNone/>
            </a:pPr>
            <a:endParaRPr sz="1350" dirty="0"/>
          </a:p>
        </p:txBody>
      </p:sp>
      <p:sp>
        <p:nvSpPr>
          <p:cNvPr id="161" name="Google Shape;161;p32">
            <a:extLst>
              <a:ext uri="{FF2B5EF4-FFF2-40B4-BE49-F238E27FC236}">
                <a16:creationId xmlns:a16="http://schemas.microsoft.com/office/drawing/2014/main" id="{774473A0-CDA7-C6F2-F3FE-7057B2346736}"/>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Professions. The word is:</a:t>
            </a:r>
            <a:endParaRPr sz="1350" dirty="0"/>
          </a:p>
          <a:p>
            <a:pPr marL="342900" lvl="0" algn="ctr" rtl="0">
              <a:lnSpc>
                <a:spcPct val="95000"/>
              </a:lnSpc>
              <a:spcBef>
                <a:spcPts val="1200"/>
              </a:spcBef>
              <a:spcAft>
                <a:spcPts val="0"/>
              </a:spcAft>
              <a:buSzPts val="275"/>
              <a:buAutoNum type="arabicPeriod" startAt="6"/>
            </a:pPr>
            <a:r>
              <a:rPr lang="en-GB" sz="1350" b="1" dirty="0">
                <a:solidFill>
                  <a:schemeClr val="tx1"/>
                </a:solidFill>
              </a:rPr>
              <a:t>Pilot</a:t>
            </a:r>
          </a:p>
          <a:p>
            <a:pPr marL="342900" lvl="0" algn="ctr" rtl="0">
              <a:lnSpc>
                <a:spcPct val="95000"/>
              </a:lnSpc>
              <a:spcBef>
                <a:spcPts val="1200"/>
              </a:spcBef>
              <a:spcAft>
                <a:spcPts val="0"/>
              </a:spcAft>
              <a:buSzPts val="275"/>
              <a:buAutoNum type="arabicPeriod" startAt="6"/>
            </a:pPr>
            <a:endParaRPr sz="1350" b="1" dirty="0">
              <a:solidFill>
                <a:schemeClr val="tx1"/>
              </a:solidFill>
            </a:endParaRPr>
          </a:p>
          <a:p>
            <a:pPr marL="0" lvl="0" indent="0" algn="l" rtl="0">
              <a:lnSpc>
                <a:spcPct val="95000"/>
              </a:lnSpc>
              <a:spcBef>
                <a:spcPts val="1200"/>
              </a:spcBef>
              <a:spcAft>
                <a:spcPts val="1200"/>
              </a:spcAft>
              <a:buSzPts val="275"/>
              <a:buNone/>
            </a:pPr>
            <a:endParaRPr sz="1350" dirty="0"/>
          </a:p>
        </p:txBody>
      </p:sp>
      <p:sp>
        <p:nvSpPr>
          <p:cNvPr id="2" name="Rectangle 1">
            <a:extLst>
              <a:ext uri="{FF2B5EF4-FFF2-40B4-BE49-F238E27FC236}">
                <a16:creationId xmlns:a16="http://schemas.microsoft.com/office/drawing/2014/main" id="{F3234C59-D729-2967-4D96-B96BF51DEF3D}"/>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96679085"/>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3B34AD0F-E37F-B2CE-7487-4C86EF89AEE9}"/>
            </a:ext>
          </a:extLst>
        </p:cNvPr>
        <p:cNvGrpSpPr/>
        <p:nvPr/>
      </p:nvGrpSpPr>
      <p:grpSpPr>
        <a:xfrm>
          <a:off x="0" y="0"/>
          <a:ext cx="0" cy="0"/>
          <a:chOff x="0" y="0"/>
          <a:chExt cx="0" cy="0"/>
        </a:xfrm>
      </p:grpSpPr>
      <p:sp>
        <p:nvSpPr>
          <p:cNvPr id="112" name="Google Shape;112;p24">
            <a:extLst>
              <a:ext uri="{FF2B5EF4-FFF2-40B4-BE49-F238E27FC236}">
                <a16:creationId xmlns:a16="http://schemas.microsoft.com/office/drawing/2014/main" id="{EB84A974-5323-1A65-D5E9-83C1AA7D6F9E}"/>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B</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
        <p:nvSpPr>
          <p:cNvPr id="113" name="Google Shape;113;p24">
            <a:extLst>
              <a:ext uri="{FF2B5EF4-FFF2-40B4-BE49-F238E27FC236}">
                <a16:creationId xmlns:a16="http://schemas.microsoft.com/office/drawing/2014/main" id="{1F2FE829-2245-394D-B832-C7751F91E025}"/>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1200"/>
              </a:spcAft>
              <a:buSzPts val="275"/>
              <a:buNone/>
            </a:pPr>
            <a:r>
              <a:rPr lang="en-GB" sz="1350"/>
              <a:t>When you’re both ready, you can begin the next trial.</a:t>
            </a:r>
            <a:endParaRPr sz="1350"/>
          </a:p>
        </p:txBody>
      </p:sp>
    </p:spTree>
    <p:extLst>
      <p:ext uri="{BB962C8B-B14F-4D97-AF65-F5344CB8AC3E}">
        <p14:creationId xmlns:p14="http://schemas.microsoft.com/office/powerpoint/2010/main" val="29552827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42BDCB82-8A53-966A-6C8D-7215BD1E1FF9}"/>
            </a:ext>
          </a:extLst>
        </p:cNvPr>
        <p:cNvGrpSpPr/>
        <p:nvPr/>
      </p:nvGrpSpPr>
      <p:grpSpPr>
        <a:xfrm>
          <a:off x="0" y="0"/>
          <a:ext cx="0" cy="0"/>
          <a:chOff x="0" y="0"/>
          <a:chExt cx="0" cy="0"/>
        </a:xfrm>
      </p:grpSpPr>
      <p:sp>
        <p:nvSpPr>
          <p:cNvPr id="154" name="Google Shape;154;p31">
            <a:extLst>
              <a:ext uri="{FF2B5EF4-FFF2-40B4-BE49-F238E27FC236}">
                <a16:creationId xmlns:a16="http://schemas.microsoft.com/office/drawing/2014/main" id="{6BD4EAC6-0E48-698E-C7FA-8868E29F29F5}"/>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Meals. The word is:</a:t>
            </a:r>
            <a:endParaRPr sz="1350" dirty="0"/>
          </a:p>
          <a:p>
            <a:pPr marL="342900" lvl="0" algn="ctr" rtl="0">
              <a:lnSpc>
                <a:spcPct val="95000"/>
              </a:lnSpc>
              <a:spcBef>
                <a:spcPts val="1200"/>
              </a:spcBef>
              <a:spcAft>
                <a:spcPts val="0"/>
              </a:spcAft>
              <a:buSzPts val="275"/>
              <a:buAutoNum type="arabicPeriod" startAt="5"/>
            </a:pPr>
            <a:r>
              <a:rPr lang="en-GB" sz="1350" b="1" dirty="0">
                <a:solidFill>
                  <a:schemeClr val="tx1"/>
                </a:solidFill>
              </a:rPr>
              <a:t>Cake</a:t>
            </a:r>
            <a:endParaRPr sz="1350" b="1" dirty="0">
              <a:solidFill>
                <a:schemeClr val="tx1"/>
              </a:solidFill>
            </a:endParaRPr>
          </a:p>
          <a:p>
            <a:pPr marL="0" lvl="0" indent="0" algn="l" rtl="0">
              <a:lnSpc>
                <a:spcPct val="95000"/>
              </a:lnSpc>
              <a:spcBef>
                <a:spcPts val="1200"/>
              </a:spcBef>
              <a:spcAft>
                <a:spcPts val="1200"/>
              </a:spcAft>
              <a:buSzPts val="275"/>
              <a:buNone/>
            </a:pPr>
            <a:endParaRPr sz="1350" dirty="0"/>
          </a:p>
        </p:txBody>
      </p:sp>
      <p:sp>
        <p:nvSpPr>
          <p:cNvPr id="155" name="Google Shape;155;p31">
            <a:extLst>
              <a:ext uri="{FF2B5EF4-FFF2-40B4-BE49-F238E27FC236}">
                <a16:creationId xmlns:a16="http://schemas.microsoft.com/office/drawing/2014/main" id="{4D733CF1-BCA7-BB9A-9DD7-B18551D04306}"/>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Meals.</a:t>
            </a:r>
          </a:p>
          <a:p>
            <a:pPr marL="0" lvl="0" indent="0" algn="ctr" rtl="0">
              <a:lnSpc>
                <a:spcPct val="95000"/>
              </a:lnSpc>
              <a:spcBef>
                <a:spcPts val="0"/>
              </a:spcBef>
              <a:spcAft>
                <a:spcPts val="0"/>
              </a:spcAft>
              <a:buSzPts val="275"/>
              <a:buNone/>
            </a:pPr>
            <a:endParaRPr lang="en-GB" sz="1350" dirty="0"/>
          </a:p>
          <a:p>
            <a:pPr marL="0" lvl="0" indent="0" algn="l" rtl="0">
              <a:lnSpc>
                <a:spcPct val="95000"/>
              </a:lnSpc>
              <a:spcBef>
                <a:spcPts val="1200"/>
              </a:spcBef>
              <a:spcAft>
                <a:spcPts val="1200"/>
              </a:spcAft>
              <a:buSzPts val="275"/>
              <a:buNone/>
            </a:pPr>
            <a:endParaRPr sz="1350" dirty="0"/>
          </a:p>
        </p:txBody>
      </p:sp>
      <p:sp>
        <p:nvSpPr>
          <p:cNvPr id="2" name="Rectangle 1">
            <a:extLst>
              <a:ext uri="{FF2B5EF4-FFF2-40B4-BE49-F238E27FC236}">
                <a16:creationId xmlns:a16="http://schemas.microsoft.com/office/drawing/2014/main" id="{3E6CA296-5D6E-2CDA-622C-CD15C9F24944}"/>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2171388"/>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07F47536-3E48-5599-9C60-7166564F5824}"/>
            </a:ext>
          </a:extLst>
        </p:cNvPr>
        <p:cNvGrpSpPr/>
        <p:nvPr/>
      </p:nvGrpSpPr>
      <p:grpSpPr>
        <a:xfrm>
          <a:off x="0" y="0"/>
          <a:ext cx="0" cy="0"/>
          <a:chOff x="0" y="0"/>
          <a:chExt cx="0" cy="0"/>
        </a:xfrm>
      </p:grpSpPr>
      <p:sp>
        <p:nvSpPr>
          <p:cNvPr id="100" name="Google Shape;100;p22">
            <a:extLst>
              <a:ext uri="{FF2B5EF4-FFF2-40B4-BE49-F238E27FC236}">
                <a16:creationId xmlns:a16="http://schemas.microsoft.com/office/drawing/2014/main" id="{605A4F29-C95E-2903-24A2-2DF362FA7C61}"/>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0"/>
              </a:spcAft>
              <a:buSzPts val="275"/>
              <a:buNone/>
            </a:pPr>
            <a:r>
              <a:rPr lang="en-GB" sz="1350"/>
              <a:t>When you’re both ready, you can begin the next trial.</a:t>
            </a:r>
            <a:endParaRPr sz="1350"/>
          </a:p>
          <a:p>
            <a:pPr marL="0" lvl="0" indent="0" algn="l" rtl="0">
              <a:lnSpc>
                <a:spcPct val="95000"/>
              </a:lnSpc>
              <a:spcBef>
                <a:spcPts val="1200"/>
              </a:spcBef>
              <a:spcAft>
                <a:spcPts val="1200"/>
              </a:spcAft>
              <a:buSzPts val="275"/>
              <a:buNone/>
            </a:pPr>
            <a:endParaRPr sz="1350"/>
          </a:p>
        </p:txBody>
      </p:sp>
      <p:sp>
        <p:nvSpPr>
          <p:cNvPr id="101" name="Google Shape;101;p22">
            <a:extLst>
              <a:ext uri="{FF2B5EF4-FFF2-40B4-BE49-F238E27FC236}">
                <a16:creationId xmlns:a16="http://schemas.microsoft.com/office/drawing/2014/main" id="{40021E2F-E1CB-17FE-4DF2-EB5BB62F5DF5}"/>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A</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Tree>
    <p:extLst>
      <p:ext uri="{BB962C8B-B14F-4D97-AF65-F5344CB8AC3E}">
        <p14:creationId xmlns:p14="http://schemas.microsoft.com/office/powerpoint/2010/main" val="26503637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4A76AB06-A0A6-D953-F7CE-909428A28F48}"/>
            </a:ext>
          </a:extLst>
        </p:cNvPr>
        <p:cNvGrpSpPr/>
        <p:nvPr/>
      </p:nvGrpSpPr>
      <p:grpSpPr>
        <a:xfrm>
          <a:off x="0" y="0"/>
          <a:ext cx="0" cy="0"/>
          <a:chOff x="0" y="0"/>
          <a:chExt cx="0" cy="0"/>
        </a:xfrm>
      </p:grpSpPr>
      <p:sp>
        <p:nvSpPr>
          <p:cNvPr id="160" name="Google Shape;160;p32">
            <a:extLst>
              <a:ext uri="{FF2B5EF4-FFF2-40B4-BE49-F238E27FC236}">
                <a16:creationId xmlns:a16="http://schemas.microsoft.com/office/drawing/2014/main" id="{E891FCB0-D5E3-F02F-0779-481A8B1DFA63}"/>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Meals.</a:t>
            </a:r>
          </a:p>
          <a:p>
            <a:pPr marL="0" lvl="0" indent="0" algn="l" rtl="0">
              <a:lnSpc>
                <a:spcPct val="95000"/>
              </a:lnSpc>
              <a:spcBef>
                <a:spcPts val="1200"/>
              </a:spcBef>
              <a:spcAft>
                <a:spcPts val="1200"/>
              </a:spcAft>
              <a:buSzPts val="275"/>
              <a:buNone/>
            </a:pPr>
            <a:endParaRPr sz="1350" dirty="0"/>
          </a:p>
        </p:txBody>
      </p:sp>
      <p:sp>
        <p:nvSpPr>
          <p:cNvPr id="161" name="Google Shape;161;p32">
            <a:extLst>
              <a:ext uri="{FF2B5EF4-FFF2-40B4-BE49-F238E27FC236}">
                <a16:creationId xmlns:a16="http://schemas.microsoft.com/office/drawing/2014/main" id="{5512F650-FEF1-1622-5CCC-EC8547C35A79}"/>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Meals. The word is:</a:t>
            </a:r>
            <a:endParaRPr sz="1350" dirty="0"/>
          </a:p>
          <a:p>
            <a:pPr marL="342900" lvl="0" algn="ctr" rtl="0">
              <a:lnSpc>
                <a:spcPct val="95000"/>
              </a:lnSpc>
              <a:spcBef>
                <a:spcPts val="1200"/>
              </a:spcBef>
              <a:spcAft>
                <a:spcPts val="0"/>
              </a:spcAft>
              <a:buSzPts val="275"/>
              <a:buAutoNum type="arabicPeriod" startAt="6"/>
            </a:pPr>
            <a:r>
              <a:rPr lang="en-GB" sz="1350" b="1" dirty="0">
                <a:solidFill>
                  <a:schemeClr val="tx1"/>
                </a:solidFill>
              </a:rPr>
              <a:t>Hot Dog</a:t>
            </a:r>
          </a:p>
          <a:p>
            <a:pPr marL="342900" lvl="0" algn="ctr" rtl="0">
              <a:lnSpc>
                <a:spcPct val="95000"/>
              </a:lnSpc>
              <a:spcBef>
                <a:spcPts val="1200"/>
              </a:spcBef>
              <a:spcAft>
                <a:spcPts val="0"/>
              </a:spcAft>
              <a:buSzPts val="275"/>
              <a:buAutoNum type="arabicPeriod" startAt="6"/>
            </a:pPr>
            <a:endParaRPr sz="1350" b="1" dirty="0">
              <a:solidFill>
                <a:schemeClr val="tx1"/>
              </a:solidFill>
            </a:endParaRPr>
          </a:p>
          <a:p>
            <a:pPr marL="0" lvl="0" indent="0" algn="l" rtl="0">
              <a:lnSpc>
                <a:spcPct val="95000"/>
              </a:lnSpc>
              <a:spcBef>
                <a:spcPts val="1200"/>
              </a:spcBef>
              <a:spcAft>
                <a:spcPts val="1200"/>
              </a:spcAft>
              <a:buSzPts val="275"/>
              <a:buNone/>
            </a:pPr>
            <a:endParaRPr sz="1350" dirty="0"/>
          </a:p>
        </p:txBody>
      </p:sp>
      <p:sp>
        <p:nvSpPr>
          <p:cNvPr id="2" name="Rectangle 1">
            <a:extLst>
              <a:ext uri="{FF2B5EF4-FFF2-40B4-BE49-F238E27FC236}">
                <a16:creationId xmlns:a16="http://schemas.microsoft.com/office/drawing/2014/main" id="{E6DAC2B2-9DD2-49B1-F1EB-405D03719143}"/>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954348620"/>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EDA2FA69-891C-B68E-EBD2-C3119B0C973E}"/>
            </a:ext>
          </a:extLst>
        </p:cNvPr>
        <p:cNvGrpSpPr/>
        <p:nvPr/>
      </p:nvGrpSpPr>
      <p:grpSpPr>
        <a:xfrm>
          <a:off x="0" y="0"/>
          <a:ext cx="0" cy="0"/>
          <a:chOff x="0" y="0"/>
          <a:chExt cx="0" cy="0"/>
        </a:xfrm>
      </p:grpSpPr>
      <p:sp>
        <p:nvSpPr>
          <p:cNvPr id="112" name="Google Shape;112;p24">
            <a:extLst>
              <a:ext uri="{FF2B5EF4-FFF2-40B4-BE49-F238E27FC236}">
                <a16:creationId xmlns:a16="http://schemas.microsoft.com/office/drawing/2014/main" id="{950A9F6B-9F91-32FC-9F6E-B4EFEEA8039A}"/>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B</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
        <p:nvSpPr>
          <p:cNvPr id="113" name="Google Shape;113;p24">
            <a:extLst>
              <a:ext uri="{FF2B5EF4-FFF2-40B4-BE49-F238E27FC236}">
                <a16:creationId xmlns:a16="http://schemas.microsoft.com/office/drawing/2014/main" id="{DCE9D39E-1289-961E-4392-134CF2697E42}"/>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1200"/>
              </a:spcAft>
              <a:buSzPts val="275"/>
              <a:buNone/>
            </a:pPr>
            <a:r>
              <a:rPr lang="en-GB" sz="1350"/>
              <a:t>When you’re both ready, you can begin the next trial.</a:t>
            </a:r>
            <a:endParaRPr sz="1350"/>
          </a:p>
        </p:txBody>
      </p:sp>
    </p:spTree>
    <p:extLst>
      <p:ext uri="{BB962C8B-B14F-4D97-AF65-F5344CB8AC3E}">
        <p14:creationId xmlns:p14="http://schemas.microsoft.com/office/powerpoint/2010/main" val="422368572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351C9E83-C57E-E62C-2F8E-3135B6D29D1E}"/>
            </a:ext>
          </a:extLst>
        </p:cNvPr>
        <p:cNvGrpSpPr/>
        <p:nvPr/>
      </p:nvGrpSpPr>
      <p:grpSpPr>
        <a:xfrm>
          <a:off x="0" y="0"/>
          <a:ext cx="0" cy="0"/>
          <a:chOff x="0" y="0"/>
          <a:chExt cx="0" cy="0"/>
        </a:xfrm>
      </p:grpSpPr>
      <p:sp>
        <p:nvSpPr>
          <p:cNvPr id="154" name="Google Shape;154;p31">
            <a:extLst>
              <a:ext uri="{FF2B5EF4-FFF2-40B4-BE49-F238E27FC236}">
                <a16:creationId xmlns:a16="http://schemas.microsoft.com/office/drawing/2014/main" id="{ADB05FB2-7AF9-9B8C-EF7F-E5124960F0BF}"/>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Objects. The word is:</a:t>
            </a:r>
            <a:endParaRPr sz="1350" dirty="0"/>
          </a:p>
          <a:p>
            <a:pPr marL="342900" lvl="0" algn="ctr" rtl="0">
              <a:lnSpc>
                <a:spcPct val="95000"/>
              </a:lnSpc>
              <a:spcBef>
                <a:spcPts val="1200"/>
              </a:spcBef>
              <a:spcAft>
                <a:spcPts val="0"/>
              </a:spcAft>
              <a:buSzPts val="275"/>
              <a:buAutoNum type="arabicPeriod" startAt="5"/>
            </a:pPr>
            <a:r>
              <a:rPr lang="en-GB" sz="1350" b="1" dirty="0">
                <a:solidFill>
                  <a:schemeClr val="tx1"/>
                </a:solidFill>
              </a:rPr>
              <a:t>Ball</a:t>
            </a:r>
          </a:p>
          <a:p>
            <a:pPr marL="342900" lvl="0" algn="ctr" rtl="0">
              <a:lnSpc>
                <a:spcPct val="95000"/>
              </a:lnSpc>
              <a:spcBef>
                <a:spcPts val="1200"/>
              </a:spcBef>
              <a:spcAft>
                <a:spcPts val="0"/>
              </a:spcAft>
              <a:buSzPts val="275"/>
              <a:buAutoNum type="arabicPeriod" startAt="5"/>
            </a:pPr>
            <a:endParaRPr sz="1350" b="1" dirty="0">
              <a:solidFill>
                <a:schemeClr val="tx1"/>
              </a:solidFill>
            </a:endParaRPr>
          </a:p>
          <a:p>
            <a:pPr marL="0" lvl="0" indent="0" algn="l" rtl="0">
              <a:lnSpc>
                <a:spcPct val="95000"/>
              </a:lnSpc>
              <a:spcBef>
                <a:spcPts val="1200"/>
              </a:spcBef>
              <a:spcAft>
                <a:spcPts val="1200"/>
              </a:spcAft>
              <a:buSzPts val="275"/>
              <a:buNone/>
            </a:pPr>
            <a:endParaRPr sz="1350" dirty="0"/>
          </a:p>
        </p:txBody>
      </p:sp>
      <p:sp>
        <p:nvSpPr>
          <p:cNvPr id="155" name="Google Shape;155;p31">
            <a:extLst>
              <a:ext uri="{FF2B5EF4-FFF2-40B4-BE49-F238E27FC236}">
                <a16:creationId xmlns:a16="http://schemas.microsoft.com/office/drawing/2014/main" id="{9A47D95F-FE63-263E-EACE-154943E14892}"/>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Objects.</a:t>
            </a:r>
          </a:p>
          <a:p>
            <a:pPr marL="0" lvl="0" indent="0" algn="ctr" rtl="0">
              <a:lnSpc>
                <a:spcPct val="95000"/>
              </a:lnSpc>
              <a:spcBef>
                <a:spcPts val="0"/>
              </a:spcBef>
              <a:spcAft>
                <a:spcPts val="0"/>
              </a:spcAft>
              <a:buSzPts val="275"/>
              <a:buNone/>
            </a:pPr>
            <a:endParaRPr lang="en-GB" sz="1350" dirty="0"/>
          </a:p>
          <a:p>
            <a:pPr marL="0" lvl="0" indent="0" algn="ctr" rtl="0">
              <a:lnSpc>
                <a:spcPct val="95000"/>
              </a:lnSpc>
              <a:spcBef>
                <a:spcPts val="0"/>
              </a:spcBef>
              <a:spcAft>
                <a:spcPts val="0"/>
              </a:spcAft>
              <a:buSzPts val="275"/>
              <a:buNone/>
            </a:pPr>
            <a:r>
              <a:rPr lang="en-GB" sz="1350" dirty="0"/>
              <a:t>Hint: Sports</a:t>
            </a:r>
            <a:endParaRPr sz="1350" dirty="0"/>
          </a:p>
          <a:p>
            <a:pPr marL="0" lvl="0" indent="0" algn="l" rtl="0">
              <a:lnSpc>
                <a:spcPct val="95000"/>
              </a:lnSpc>
              <a:spcBef>
                <a:spcPts val="1200"/>
              </a:spcBef>
              <a:spcAft>
                <a:spcPts val="1200"/>
              </a:spcAft>
              <a:buSzPts val="275"/>
              <a:buNone/>
            </a:pPr>
            <a:endParaRPr sz="1350" dirty="0"/>
          </a:p>
        </p:txBody>
      </p:sp>
      <p:sp>
        <p:nvSpPr>
          <p:cNvPr id="2" name="Rectangle 1">
            <a:extLst>
              <a:ext uri="{FF2B5EF4-FFF2-40B4-BE49-F238E27FC236}">
                <a16:creationId xmlns:a16="http://schemas.microsoft.com/office/drawing/2014/main" id="{F5B733F1-4E35-A5B1-4416-7C3F5E852B8B}"/>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55990287"/>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4C77CA5D-8F57-E0C4-DBFD-33CCECF4D04E}"/>
            </a:ext>
          </a:extLst>
        </p:cNvPr>
        <p:cNvGrpSpPr/>
        <p:nvPr/>
      </p:nvGrpSpPr>
      <p:grpSpPr>
        <a:xfrm>
          <a:off x="0" y="0"/>
          <a:ext cx="0" cy="0"/>
          <a:chOff x="0" y="0"/>
          <a:chExt cx="0" cy="0"/>
        </a:xfrm>
      </p:grpSpPr>
      <p:sp>
        <p:nvSpPr>
          <p:cNvPr id="100" name="Google Shape;100;p22">
            <a:extLst>
              <a:ext uri="{FF2B5EF4-FFF2-40B4-BE49-F238E27FC236}">
                <a16:creationId xmlns:a16="http://schemas.microsoft.com/office/drawing/2014/main" id="{2D62EBF0-E922-CAF9-94D3-26A155985703}"/>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0"/>
              </a:spcAft>
              <a:buSzPts val="275"/>
              <a:buNone/>
            </a:pPr>
            <a:r>
              <a:rPr lang="en-GB" sz="1350"/>
              <a:t>When you’re both ready, you can begin the next trial.</a:t>
            </a:r>
            <a:endParaRPr sz="1350"/>
          </a:p>
          <a:p>
            <a:pPr marL="0" lvl="0" indent="0" algn="l" rtl="0">
              <a:lnSpc>
                <a:spcPct val="95000"/>
              </a:lnSpc>
              <a:spcBef>
                <a:spcPts val="1200"/>
              </a:spcBef>
              <a:spcAft>
                <a:spcPts val="1200"/>
              </a:spcAft>
              <a:buSzPts val="275"/>
              <a:buNone/>
            </a:pPr>
            <a:endParaRPr sz="1350"/>
          </a:p>
        </p:txBody>
      </p:sp>
      <p:sp>
        <p:nvSpPr>
          <p:cNvPr id="101" name="Google Shape;101;p22">
            <a:extLst>
              <a:ext uri="{FF2B5EF4-FFF2-40B4-BE49-F238E27FC236}">
                <a16:creationId xmlns:a16="http://schemas.microsoft.com/office/drawing/2014/main" id="{D4748704-1F7A-4FA4-C01D-5F1AF0530AAC}"/>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A</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Tree>
    <p:extLst>
      <p:ext uri="{BB962C8B-B14F-4D97-AF65-F5344CB8AC3E}">
        <p14:creationId xmlns:p14="http://schemas.microsoft.com/office/powerpoint/2010/main" val="309826016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7E1280C9-C238-A02B-EE42-8FB499341BF0}"/>
            </a:ext>
          </a:extLst>
        </p:cNvPr>
        <p:cNvGrpSpPr/>
        <p:nvPr/>
      </p:nvGrpSpPr>
      <p:grpSpPr>
        <a:xfrm>
          <a:off x="0" y="0"/>
          <a:ext cx="0" cy="0"/>
          <a:chOff x="0" y="0"/>
          <a:chExt cx="0" cy="0"/>
        </a:xfrm>
      </p:grpSpPr>
      <p:sp>
        <p:nvSpPr>
          <p:cNvPr id="160" name="Google Shape;160;p32">
            <a:extLst>
              <a:ext uri="{FF2B5EF4-FFF2-40B4-BE49-F238E27FC236}">
                <a16:creationId xmlns:a16="http://schemas.microsoft.com/office/drawing/2014/main" id="{D189F7B4-7102-B04F-FB61-94A97E5E05F3}"/>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Objects.</a:t>
            </a:r>
          </a:p>
          <a:p>
            <a:pPr marL="0" lvl="0" indent="0" algn="ctr" rtl="0">
              <a:lnSpc>
                <a:spcPct val="95000"/>
              </a:lnSpc>
              <a:spcBef>
                <a:spcPts val="0"/>
              </a:spcBef>
              <a:spcAft>
                <a:spcPts val="0"/>
              </a:spcAft>
              <a:buSzPts val="275"/>
              <a:buNone/>
            </a:pPr>
            <a:endParaRPr lang="en-GB" sz="1350" dirty="0"/>
          </a:p>
          <a:p>
            <a:pPr marL="0" lvl="0" indent="0" algn="ctr" rtl="0">
              <a:lnSpc>
                <a:spcPct val="95000"/>
              </a:lnSpc>
              <a:spcBef>
                <a:spcPts val="0"/>
              </a:spcBef>
              <a:spcAft>
                <a:spcPts val="0"/>
              </a:spcAft>
              <a:buSzPts val="275"/>
              <a:buNone/>
            </a:pPr>
            <a:r>
              <a:rPr lang="en-GB" sz="1350" dirty="0"/>
              <a:t>Hint: Furniture</a:t>
            </a:r>
            <a:endParaRPr sz="1350" dirty="0"/>
          </a:p>
          <a:p>
            <a:pPr marL="0" lvl="0" indent="0" algn="l" rtl="0">
              <a:lnSpc>
                <a:spcPct val="95000"/>
              </a:lnSpc>
              <a:spcBef>
                <a:spcPts val="1200"/>
              </a:spcBef>
              <a:spcAft>
                <a:spcPts val="1200"/>
              </a:spcAft>
              <a:buSzPts val="275"/>
              <a:buNone/>
            </a:pPr>
            <a:endParaRPr sz="1350" dirty="0"/>
          </a:p>
        </p:txBody>
      </p:sp>
      <p:sp>
        <p:nvSpPr>
          <p:cNvPr id="161" name="Google Shape;161;p32">
            <a:extLst>
              <a:ext uri="{FF2B5EF4-FFF2-40B4-BE49-F238E27FC236}">
                <a16:creationId xmlns:a16="http://schemas.microsoft.com/office/drawing/2014/main" id="{26DEE390-9FB3-76D2-4D42-AFC057A8F55D}"/>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Objects. The word is:</a:t>
            </a:r>
            <a:endParaRPr sz="1350" dirty="0"/>
          </a:p>
          <a:p>
            <a:pPr marL="342900" lvl="0" algn="ctr" rtl="0">
              <a:lnSpc>
                <a:spcPct val="95000"/>
              </a:lnSpc>
              <a:spcBef>
                <a:spcPts val="1200"/>
              </a:spcBef>
              <a:spcAft>
                <a:spcPts val="0"/>
              </a:spcAft>
              <a:buSzPts val="275"/>
              <a:buAutoNum type="arabicPeriod" startAt="6"/>
            </a:pPr>
            <a:r>
              <a:rPr lang="en-GB" sz="1350" b="1" dirty="0">
                <a:solidFill>
                  <a:schemeClr val="tx1"/>
                </a:solidFill>
              </a:rPr>
              <a:t>Chair</a:t>
            </a:r>
          </a:p>
          <a:p>
            <a:pPr marL="342900" lvl="0" algn="ctr" rtl="0">
              <a:lnSpc>
                <a:spcPct val="95000"/>
              </a:lnSpc>
              <a:spcBef>
                <a:spcPts val="1200"/>
              </a:spcBef>
              <a:spcAft>
                <a:spcPts val="0"/>
              </a:spcAft>
              <a:buSzPts val="275"/>
              <a:buAutoNum type="arabicPeriod" startAt="6"/>
            </a:pPr>
            <a:endParaRPr sz="1350" b="1" dirty="0">
              <a:solidFill>
                <a:schemeClr val="tx1"/>
              </a:solidFill>
            </a:endParaRPr>
          </a:p>
          <a:p>
            <a:pPr marL="0" lvl="0" indent="0" algn="l" rtl="0">
              <a:lnSpc>
                <a:spcPct val="95000"/>
              </a:lnSpc>
              <a:spcBef>
                <a:spcPts val="1200"/>
              </a:spcBef>
              <a:spcAft>
                <a:spcPts val="1200"/>
              </a:spcAft>
              <a:buSzPts val="275"/>
              <a:buNone/>
            </a:pPr>
            <a:endParaRPr sz="1350" dirty="0"/>
          </a:p>
        </p:txBody>
      </p:sp>
      <p:sp>
        <p:nvSpPr>
          <p:cNvPr id="2" name="Rectangle 1">
            <a:extLst>
              <a:ext uri="{FF2B5EF4-FFF2-40B4-BE49-F238E27FC236}">
                <a16:creationId xmlns:a16="http://schemas.microsoft.com/office/drawing/2014/main" id="{5F8DF8B1-E664-4F48-F044-929CFC3DD67E}"/>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976111"/>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E8EE6E55-2C02-1BFA-1D20-E143EB5FB2E9}"/>
            </a:ext>
          </a:extLst>
        </p:cNvPr>
        <p:cNvGrpSpPr/>
        <p:nvPr/>
      </p:nvGrpSpPr>
      <p:grpSpPr>
        <a:xfrm>
          <a:off x="0" y="0"/>
          <a:ext cx="0" cy="0"/>
          <a:chOff x="0" y="0"/>
          <a:chExt cx="0" cy="0"/>
        </a:xfrm>
      </p:grpSpPr>
      <p:sp>
        <p:nvSpPr>
          <p:cNvPr id="112" name="Google Shape;112;p24">
            <a:extLst>
              <a:ext uri="{FF2B5EF4-FFF2-40B4-BE49-F238E27FC236}">
                <a16:creationId xmlns:a16="http://schemas.microsoft.com/office/drawing/2014/main" id="{BAAEBC0C-8FEF-1215-9638-88C96A62546D}"/>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B</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
        <p:nvSpPr>
          <p:cNvPr id="113" name="Google Shape;113;p24">
            <a:extLst>
              <a:ext uri="{FF2B5EF4-FFF2-40B4-BE49-F238E27FC236}">
                <a16:creationId xmlns:a16="http://schemas.microsoft.com/office/drawing/2014/main" id="{0FF4D5D4-717A-307E-806C-B9FB7322341F}"/>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1200"/>
              </a:spcAft>
              <a:buSzPts val="275"/>
              <a:buNone/>
            </a:pPr>
            <a:r>
              <a:rPr lang="en-GB" sz="1350"/>
              <a:t>When you’re both ready, you can begin the next trial.</a:t>
            </a:r>
            <a:endParaRPr sz="1350"/>
          </a:p>
        </p:txBody>
      </p:sp>
    </p:spTree>
    <p:extLst>
      <p:ext uri="{BB962C8B-B14F-4D97-AF65-F5344CB8AC3E}">
        <p14:creationId xmlns:p14="http://schemas.microsoft.com/office/powerpoint/2010/main" val="29235862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565B9C7-7FF9-EB81-AE8F-B49C1254F55D}"/>
            </a:ext>
          </a:extLst>
        </p:cNvPr>
        <p:cNvGrpSpPr/>
        <p:nvPr/>
      </p:nvGrpSpPr>
      <p:grpSpPr>
        <a:xfrm>
          <a:off x="0" y="0"/>
          <a:ext cx="0" cy="0"/>
          <a:chOff x="0" y="0"/>
          <a:chExt cx="0" cy="0"/>
        </a:xfrm>
      </p:grpSpPr>
      <p:sp>
        <p:nvSpPr>
          <p:cNvPr id="118" name="Google Shape;118;p25">
            <a:extLst>
              <a:ext uri="{FF2B5EF4-FFF2-40B4-BE49-F238E27FC236}">
                <a16:creationId xmlns:a16="http://schemas.microsoft.com/office/drawing/2014/main" id="{33740473-AA22-4EA3-12F7-BBC8DC208FBA}"/>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Objects. The word is:</a:t>
            </a:r>
          </a:p>
          <a:p>
            <a:pPr marL="342900" lvl="0" algn="ctr" rtl="0">
              <a:lnSpc>
                <a:spcPct val="95000"/>
              </a:lnSpc>
              <a:spcBef>
                <a:spcPts val="1200"/>
              </a:spcBef>
              <a:spcAft>
                <a:spcPts val="0"/>
              </a:spcAft>
              <a:buSzPts val="275"/>
              <a:buAutoNum type="arabicPeriod"/>
            </a:pPr>
            <a:r>
              <a:rPr lang="en-GB" sz="1350" b="1" dirty="0">
                <a:solidFill>
                  <a:schemeClr val="tx1"/>
                </a:solidFill>
              </a:rPr>
              <a:t>Book</a:t>
            </a:r>
          </a:p>
          <a:p>
            <a:pPr marL="342900" lvl="0" algn="ctr" rtl="0">
              <a:lnSpc>
                <a:spcPct val="95000"/>
              </a:lnSpc>
              <a:spcBef>
                <a:spcPts val="1200"/>
              </a:spcBef>
              <a:spcAft>
                <a:spcPts val="0"/>
              </a:spcAft>
              <a:buSzPts val="275"/>
              <a:buAutoNum type="arabicPeriod"/>
            </a:pPr>
            <a:endParaRPr sz="1350" b="1" dirty="0">
              <a:solidFill>
                <a:schemeClr val="tx1"/>
              </a:solidFill>
            </a:endParaRPr>
          </a:p>
          <a:p>
            <a:pPr marL="0" lvl="0" indent="0" algn="l" rtl="0">
              <a:lnSpc>
                <a:spcPct val="95000"/>
              </a:lnSpc>
              <a:spcBef>
                <a:spcPts val="1200"/>
              </a:spcBef>
              <a:spcAft>
                <a:spcPts val="1200"/>
              </a:spcAft>
              <a:buSzPts val="275"/>
              <a:buNone/>
            </a:pPr>
            <a:endParaRPr sz="1350" dirty="0"/>
          </a:p>
        </p:txBody>
      </p:sp>
      <p:sp>
        <p:nvSpPr>
          <p:cNvPr id="119" name="Google Shape;119;p25">
            <a:extLst>
              <a:ext uri="{FF2B5EF4-FFF2-40B4-BE49-F238E27FC236}">
                <a16:creationId xmlns:a16="http://schemas.microsoft.com/office/drawing/2014/main" id="{1C99E016-3E6B-BA68-42E1-FECEF1E21B8A}"/>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1200"/>
              </a:spcAft>
              <a:buSzPts val="275"/>
              <a:buNone/>
            </a:pPr>
            <a:r>
              <a:rPr lang="en-GB" sz="1350" dirty="0"/>
              <a:t>You are the </a:t>
            </a:r>
            <a:r>
              <a:rPr lang="en-GB" sz="1350" b="1" dirty="0"/>
              <a:t>GUESSER</a:t>
            </a:r>
            <a:r>
              <a:rPr lang="en-GB" sz="1350" dirty="0"/>
              <a:t>. The topic is: Objects.</a:t>
            </a:r>
          </a:p>
          <a:p>
            <a:pPr marL="0" lvl="0" indent="0" algn="ctr" rtl="0">
              <a:lnSpc>
                <a:spcPct val="95000"/>
              </a:lnSpc>
              <a:spcBef>
                <a:spcPts val="0"/>
              </a:spcBef>
              <a:spcAft>
                <a:spcPts val="1200"/>
              </a:spcAft>
              <a:buSzPts val="275"/>
              <a:buNone/>
            </a:pPr>
            <a:r>
              <a:rPr lang="en-GB" sz="1350" dirty="0"/>
              <a:t>Hint: Education</a:t>
            </a:r>
          </a:p>
        </p:txBody>
      </p:sp>
      <p:sp>
        <p:nvSpPr>
          <p:cNvPr id="2" name="Rectangle 1">
            <a:extLst>
              <a:ext uri="{FF2B5EF4-FFF2-40B4-BE49-F238E27FC236}">
                <a16:creationId xmlns:a16="http://schemas.microsoft.com/office/drawing/2014/main" id="{098BF673-CD52-DE6E-F093-E8FDBA00E3E9}"/>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38425837"/>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23">
          <a:extLst>
            <a:ext uri="{FF2B5EF4-FFF2-40B4-BE49-F238E27FC236}">
              <a16:creationId xmlns:a16="http://schemas.microsoft.com/office/drawing/2014/main" id="{A0F0E119-DD3E-A090-E878-ECB29E6C098B}"/>
            </a:ext>
          </a:extLst>
        </p:cNvPr>
        <p:cNvGrpSpPr/>
        <p:nvPr/>
      </p:nvGrpSpPr>
      <p:grpSpPr>
        <a:xfrm>
          <a:off x="0" y="0"/>
          <a:ext cx="0" cy="0"/>
          <a:chOff x="0" y="0"/>
          <a:chExt cx="0" cy="0"/>
        </a:xfrm>
      </p:grpSpPr>
      <p:sp>
        <p:nvSpPr>
          <p:cNvPr id="124" name="Google Shape;124;p26">
            <a:extLst>
              <a:ext uri="{FF2B5EF4-FFF2-40B4-BE49-F238E27FC236}">
                <a16:creationId xmlns:a16="http://schemas.microsoft.com/office/drawing/2014/main" id="{26F1BEDB-6095-3FB0-5338-758B6C365776}"/>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0"/>
              </a:spcAft>
              <a:buSzPts val="275"/>
              <a:buNone/>
            </a:pPr>
            <a:r>
              <a:rPr lang="en-GB" sz="1350"/>
              <a:t>When you’re both ready, you can begin the next trial.</a:t>
            </a:r>
            <a:endParaRPr sz="1350"/>
          </a:p>
          <a:p>
            <a:pPr marL="0" lvl="0" indent="0" algn="l" rtl="0">
              <a:lnSpc>
                <a:spcPct val="95000"/>
              </a:lnSpc>
              <a:spcBef>
                <a:spcPts val="1200"/>
              </a:spcBef>
              <a:spcAft>
                <a:spcPts val="1200"/>
              </a:spcAft>
              <a:buSzPts val="275"/>
              <a:buNone/>
            </a:pPr>
            <a:endParaRPr sz="1350"/>
          </a:p>
        </p:txBody>
      </p:sp>
      <p:sp>
        <p:nvSpPr>
          <p:cNvPr id="125" name="Google Shape;125;p26">
            <a:extLst>
              <a:ext uri="{FF2B5EF4-FFF2-40B4-BE49-F238E27FC236}">
                <a16:creationId xmlns:a16="http://schemas.microsoft.com/office/drawing/2014/main" id="{94A0F2B8-D41A-6E84-6990-54E62A16BD6E}"/>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A</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Tree>
    <p:extLst>
      <p:ext uri="{BB962C8B-B14F-4D97-AF65-F5344CB8AC3E}">
        <p14:creationId xmlns:p14="http://schemas.microsoft.com/office/powerpoint/2010/main" val="102367752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593D8F7E-5F70-3034-7BAA-2A20B09A33F3}"/>
            </a:ext>
          </a:extLst>
        </p:cNvPr>
        <p:cNvGrpSpPr/>
        <p:nvPr/>
      </p:nvGrpSpPr>
      <p:grpSpPr>
        <a:xfrm>
          <a:off x="0" y="0"/>
          <a:ext cx="0" cy="0"/>
          <a:chOff x="0" y="0"/>
          <a:chExt cx="0" cy="0"/>
        </a:xfrm>
      </p:grpSpPr>
      <p:sp>
        <p:nvSpPr>
          <p:cNvPr id="130" name="Google Shape;130;p27">
            <a:extLst>
              <a:ext uri="{FF2B5EF4-FFF2-40B4-BE49-F238E27FC236}">
                <a16:creationId xmlns:a16="http://schemas.microsoft.com/office/drawing/2014/main" id="{C286317D-6914-AA81-FEEE-DE00FFA4A9B2}"/>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Objects.</a:t>
            </a:r>
          </a:p>
          <a:p>
            <a:pPr marL="0" lvl="0" indent="0" algn="ctr" rtl="0">
              <a:lnSpc>
                <a:spcPct val="95000"/>
              </a:lnSpc>
              <a:spcBef>
                <a:spcPts val="0"/>
              </a:spcBef>
              <a:spcAft>
                <a:spcPts val="0"/>
              </a:spcAft>
              <a:buSzPts val="275"/>
              <a:buNone/>
            </a:pPr>
            <a:endParaRPr lang="en-GB" sz="1350" dirty="0"/>
          </a:p>
          <a:p>
            <a:pPr marL="0" lvl="0" indent="0" algn="ctr" rtl="0">
              <a:lnSpc>
                <a:spcPct val="95000"/>
              </a:lnSpc>
              <a:spcBef>
                <a:spcPts val="0"/>
              </a:spcBef>
              <a:spcAft>
                <a:spcPts val="0"/>
              </a:spcAft>
              <a:buSzPts val="275"/>
              <a:buNone/>
            </a:pPr>
            <a:r>
              <a:rPr lang="en-GB" sz="1350" dirty="0"/>
              <a:t>Hint: Transport</a:t>
            </a:r>
            <a:endParaRPr sz="1350" dirty="0"/>
          </a:p>
          <a:p>
            <a:pPr marL="0" lvl="0" indent="0" algn="l" rtl="0">
              <a:lnSpc>
                <a:spcPct val="95000"/>
              </a:lnSpc>
              <a:spcBef>
                <a:spcPts val="1200"/>
              </a:spcBef>
              <a:spcAft>
                <a:spcPts val="1200"/>
              </a:spcAft>
              <a:buSzPts val="275"/>
              <a:buNone/>
            </a:pPr>
            <a:endParaRPr sz="1350" dirty="0"/>
          </a:p>
        </p:txBody>
      </p:sp>
      <p:sp>
        <p:nvSpPr>
          <p:cNvPr id="131" name="Google Shape;131;p27">
            <a:extLst>
              <a:ext uri="{FF2B5EF4-FFF2-40B4-BE49-F238E27FC236}">
                <a16:creationId xmlns:a16="http://schemas.microsoft.com/office/drawing/2014/main" id="{AD6C41F0-D1ED-F891-B27E-6212779069F4}"/>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Objects. The word is:</a:t>
            </a:r>
            <a:endParaRPr sz="1350" dirty="0"/>
          </a:p>
          <a:p>
            <a:pPr marL="342900" lvl="0" algn="ctr" rtl="0">
              <a:lnSpc>
                <a:spcPct val="95000"/>
              </a:lnSpc>
              <a:spcBef>
                <a:spcPts val="1200"/>
              </a:spcBef>
              <a:spcAft>
                <a:spcPts val="1200"/>
              </a:spcAft>
              <a:buSzPts val="275"/>
              <a:buAutoNum type="arabicPeriod" startAt="2"/>
            </a:pPr>
            <a:r>
              <a:rPr lang="en-GB" sz="1350" b="1" dirty="0">
                <a:solidFill>
                  <a:schemeClr val="tx1"/>
                </a:solidFill>
              </a:rPr>
              <a:t>Car</a:t>
            </a:r>
          </a:p>
          <a:p>
            <a:pPr marL="342900" lvl="0" algn="ctr" rtl="0">
              <a:lnSpc>
                <a:spcPct val="95000"/>
              </a:lnSpc>
              <a:spcBef>
                <a:spcPts val="1200"/>
              </a:spcBef>
              <a:spcAft>
                <a:spcPts val="1200"/>
              </a:spcAft>
              <a:buSzPts val="275"/>
              <a:buAutoNum type="arabicPeriod" startAt="2"/>
            </a:pPr>
            <a:endParaRPr sz="1350" b="1" dirty="0">
              <a:solidFill>
                <a:schemeClr val="tx1"/>
              </a:solidFill>
            </a:endParaRPr>
          </a:p>
        </p:txBody>
      </p:sp>
      <p:sp>
        <p:nvSpPr>
          <p:cNvPr id="2" name="Rectangle 1">
            <a:extLst>
              <a:ext uri="{FF2B5EF4-FFF2-40B4-BE49-F238E27FC236}">
                <a16:creationId xmlns:a16="http://schemas.microsoft.com/office/drawing/2014/main" id="{202A301B-22B2-A60B-7510-7C8FAE231859}"/>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3856986"/>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871958A1-D35B-111A-542E-F3DA45C2F183}"/>
            </a:ext>
          </a:extLst>
        </p:cNvPr>
        <p:cNvGrpSpPr/>
        <p:nvPr/>
      </p:nvGrpSpPr>
      <p:grpSpPr>
        <a:xfrm>
          <a:off x="0" y="0"/>
          <a:ext cx="0" cy="0"/>
          <a:chOff x="0" y="0"/>
          <a:chExt cx="0" cy="0"/>
        </a:xfrm>
      </p:grpSpPr>
      <p:sp>
        <p:nvSpPr>
          <p:cNvPr id="136" name="Google Shape;136;p28">
            <a:extLst>
              <a:ext uri="{FF2B5EF4-FFF2-40B4-BE49-F238E27FC236}">
                <a16:creationId xmlns:a16="http://schemas.microsoft.com/office/drawing/2014/main" id="{37B0E487-4EE3-600A-68DB-6324196EF447}"/>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Clr>
                <a:schemeClr val="dk1"/>
              </a:buClr>
              <a:buSzPts val="275"/>
              <a:buFont typeface="Arial"/>
              <a:buNone/>
            </a:pPr>
            <a:r>
              <a:rPr lang="en-GB" sz="1350" dirty="0"/>
              <a:t>Take the response pad from your partner. Remember to mark the YES/NO responses using the buttons for </a:t>
            </a:r>
            <a:r>
              <a:rPr lang="en-GB" sz="1350" b="1" dirty="0"/>
              <a:t>participant B</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
        <p:nvSpPr>
          <p:cNvPr id="137" name="Google Shape;137;p28">
            <a:extLst>
              <a:ext uri="{FF2B5EF4-FFF2-40B4-BE49-F238E27FC236}">
                <a16:creationId xmlns:a16="http://schemas.microsoft.com/office/drawing/2014/main" id="{5065EA81-1F78-E281-0259-7D36B36F94F2}"/>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1200"/>
              </a:spcAft>
              <a:buSzPts val="275"/>
              <a:buNone/>
            </a:pPr>
            <a:r>
              <a:rPr lang="en-GB" sz="1350"/>
              <a:t>When you’re both ready, you can begin the next trial.</a:t>
            </a:r>
            <a:endParaRPr sz="1350"/>
          </a:p>
        </p:txBody>
      </p:sp>
    </p:spTree>
    <p:extLst>
      <p:ext uri="{BB962C8B-B14F-4D97-AF65-F5344CB8AC3E}">
        <p14:creationId xmlns:p14="http://schemas.microsoft.com/office/powerpoint/2010/main" val="352764128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41">
          <a:extLst>
            <a:ext uri="{FF2B5EF4-FFF2-40B4-BE49-F238E27FC236}">
              <a16:creationId xmlns:a16="http://schemas.microsoft.com/office/drawing/2014/main" id="{B4C976A9-1497-03B7-96B3-9D7223EE2390}"/>
            </a:ext>
          </a:extLst>
        </p:cNvPr>
        <p:cNvGrpSpPr/>
        <p:nvPr/>
      </p:nvGrpSpPr>
      <p:grpSpPr>
        <a:xfrm>
          <a:off x="0" y="0"/>
          <a:ext cx="0" cy="0"/>
          <a:chOff x="0" y="0"/>
          <a:chExt cx="0" cy="0"/>
        </a:xfrm>
      </p:grpSpPr>
      <p:sp>
        <p:nvSpPr>
          <p:cNvPr id="142" name="Google Shape;142;p29">
            <a:extLst>
              <a:ext uri="{FF2B5EF4-FFF2-40B4-BE49-F238E27FC236}">
                <a16:creationId xmlns:a16="http://schemas.microsoft.com/office/drawing/2014/main" id="{3E350749-824E-01F5-DDEC-A452E4D46534}"/>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Animals. The word is:</a:t>
            </a:r>
            <a:endParaRPr sz="1350" dirty="0"/>
          </a:p>
          <a:p>
            <a:pPr marL="342900" lvl="0" algn="ctr" rtl="0">
              <a:lnSpc>
                <a:spcPct val="95000"/>
              </a:lnSpc>
              <a:spcBef>
                <a:spcPts val="1200"/>
              </a:spcBef>
              <a:spcAft>
                <a:spcPts val="1200"/>
              </a:spcAft>
              <a:buSzPts val="275"/>
              <a:buAutoNum type="arabicPeriod" startAt="3"/>
            </a:pPr>
            <a:r>
              <a:rPr lang="en-GB" sz="1350" b="1" dirty="0">
                <a:solidFill>
                  <a:schemeClr val="tx1"/>
                </a:solidFill>
              </a:rPr>
              <a:t>Monkey</a:t>
            </a:r>
          </a:p>
        </p:txBody>
      </p:sp>
      <p:sp>
        <p:nvSpPr>
          <p:cNvPr id="143" name="Google Shape;143;p29">
            <a:extLst>
              <a:ext uri="{FF2B5EF4-FFF2-40B4-BE49-F238E27FC236}">
                <a16:creationId xmlns:a16="http://schemas.microsoft.com/office/drawing/2014/main" id="{8CD9D1EF-D68D-887C-11FE-E076AAA90425}"/>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1200"/>
              </a:spcAft>
              <a:buSzPts val="275"/>
              <a:buNone/>
            </a:pPr>
            <a:r>
              <a:rPr lang="en-GB" sz="1350" dirty="0"/>
              <a:t>You are the </a:t>
            </a:r>
            <a:r>
              <a:rPr lang="en-GB" sz="1350" b="1" dirty="0"/>
              <a:t>GUESSER</a:t>
            </a:r>
            <a:r>
              <a:rPr lang="en-GB" sz="1350" dirty="0"/>
              <a:t>. The topic is: Animals.</a:t>
            </a:r>
          </a:p>
        </p:txBody>
      </p:sp>
      <p:sp>
        <p:nvSpPr>
          <p:cNvPr id="2" name="Rectangle 1">
            <a:extLst>
              <a:ext uri="{FF2B5EF4-FFF2-40B4-BE49-F238E27FC236}">
                <a16:creationId xmlns:a16="http://schemas.microsoft.com/office/drawing/2014/main" id="{9951B8CF-61D7-E03D-DBAF-ADA4BD2883D9}"/>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51027576"/>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575B14E8-1D12-A66F-8A66-B123C329B497}"/>
            </a:ext>
          </a:extLst>
        </p:cNvPr>
        <p:cNvGrpSpPr/>
        <p:nvPr/>
      </p:nvGrpSpPr>
      <p:grpSpPr>
        <a:xfrm>
          <a:off x="0" y="0"/>
          <a:ext cx="0" cy="0"/>
          <a:chOff x="0" y="0"/>
          <a:chExt cx="0" cy="0"/>
        </a:xfrm>
      </p:grpSpPr>
      <p:sp>
        <p:nvSpPr>
          <p:cNvPr id="100" name="Google Shape;100;p22">
            <a:extLst>
              <a:ext uri="{FF2B5EF4-FFF2-40B4-BE49-F238E27FC236}">
                <a16:creationId xmlns:a16="http://schemas.microsoft.com/office/drawing/2014/main" id="{CF05D3C5-274F-32A5-4389-64634AF10BA6}"/>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0"/>
              </a:spcAft>
              <a:buSzPts val="275"/>
              <a:buNone/>
            </a:pPr>
            <a:r>
              <a:rPr lang="en-GB" sz="1350"/>
              <a:t>When you’re both ready, you can begin the next trial.</a:t>
            </a:r>
            <a:endParaRPr sz="1350"/>
          </a:p>
          <a:p>
            <a:pPr marL="0" lvl="0" indent="0" algn="l" rtl="0">
              <a:lnSpc>
                <a:spcPct val="95000"/>
              </a:lnSpc>
              <a:spcBef>
                <a:spcPts val="1200"/>
              </a:spcBef>
              <a:spcAft>
                <a:spcPts val="1200"/>
              </a:spcAft>
              <a:buSzPts val="275"/>
              <a:buNone/>
            </a:pPr>
            <a:endParaRPr sz="1350"/>
          </a:p>
        </p:txBody>
      </p:sp>
      <p:sp>
        <p:nvSpPr>
          <p:cNvPr id="101" name="Google Shape;101;p22">
            <a:extLst>
              <a:ext uri="{FF2B5EF4-FFF2-40B4-BE49-F238E27FC236}">
                <a16:creationId xmlns:a16="http://schemas.microsoft.com/office/drawing/2014/main" id="{350C4367-5BEA-4A50-6B60-6DBE503EBA45}"/>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A</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Tree>
    <p:extLst>
      <p:ext uri="{BB962C8B-B14F-4D97-AF65-F5344CB8AC3E}">
        <p14:creationId xmlns:p14="http://schemas.microsoft.com/office/powerpoint/2010/main" val="202106854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47">
          <a:extLst>
            <a:ext uri="{FF2B5EF4-FFF2-40B4-BE49-F238E27FC236}">
              <a16:creationId xmlns:a16="http://schemas.microsoft.com/office/drawing/2014/main" id="{52B08C26-6668-E55E-7228-B3E4BA724F49}"/>
            </a:ext>
          </a:extLst>
        </p:cNvPr>
        <p:cNvGrpSpPr/>
        <p:nvPr/>
      </p:nvGrpSpPr>
      <p:grpSpPr>
        <a:xfrm>
          <a:off x="0" y="0"/>
          <a:ext cx="0" cy="0"/>
          <a:chOff x="0" y="0"/>
          <a:chExt cx="0" cy="0"/>
        </a:xfrm>
      </p:grpSpPr>
      <p:sp>
        <p:nvSpPr>
          <p:cNvPr id="148" name="Google Shape;148;p30">
            <a:extLst>
              <a:ext uri="{FF2B5EF4-FFF2-40B4-BE49-F238E27FC236}">
                <a16:creationId xmlns:a16="http://schemas.microsoft.com/office/drawing/2014/main" id="{E471DE7E-E89E-BE21-F940-7F2E70E07EF8}"/>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Animals.</a:t>
            </a:r>
          </a:p>
          <a:p>
            <a:pPr marL="0" indent="0" algn="ctr">
              <a:lnSpc>
                <a:spcPct val="95000"/>
              </a:lnSpc>
              <a:buSzPts val="275"/>
              <a:buNone/>
            </a:pPr>
            <a:endParaRPr lang="en-GB" sz="1350" dirty="0"/>
          </a:p>
          <a:p>
            <a:pPr marL="0" lvl="0" indent="0" algn="ctr" rtl="0">
              <a:lnSpc>
                <a:spcPct val="95000"/>
              </a:lnSpc>
              <a:spcBef>
                <a:spcPts val="0"/>
              </a:spcBef>
              <a:spcAft>
                <a:spcPts val="0"/>
              </a:spcAft>
              <a:buSzPts val="275"/>
              <a:buNone/>
            </a:pPr>
            <a:endParaRPr sz="1350" dirty="0"/>
          </a:p>
          <a:p>
            <a:pPr marL="0" lvl="0" indent="0" algn="l" rtl="0">
              <a:lnSpc>
                <a:spcPct val="95000"/>
              </a:lnSpc>
              <a:spcBef>
                <a:spcPts val="1200"/>
              </a:spcBef>
              <a:spcAft>
                <a:spcPts val="1200"/>
              </a:spcAft>
              <a:buSzPts val="275"/>
              <a:buNone/>
            </a:pPr>
            <a:endParaRPr sz="1350" dirty="0"/>
          </a:p>
        </p:txBody>
      </p:sp>
      <p:sp>
        <p:nvSpPr>
          <p:cNvPr id="149" name="Google Shape;149;p30">
            <a:extLst>
              <a:ext uri="{FF2B5EF4-FFF2-40B4-BE49-F238E27FC236}">
                <a16:creationId xmlns:a16="http://schemas.microsoft.com/office/drawing/2014/main" id="{9A2F6525-F957-3DFE-6D3A-490B6C69E38A}"/>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Animals. The word is:</a:t>
            </a:r>
            <a:endParaRPr sz="1350" dirty="0"/>
          </a:p>
          <a:p>
            <a:pPr marL="342900" lvl="0" algn="ctr" rtl="0">
              <a:lnSpc>
                <a:spcPct val="95000"/>
              </a:lnSpc>
              <a:spcBef>
                <a:spcPts val="1200"/>
              </a:spcBef>
              <a:spcAft>
                <a:spcPts val="1200"/>
              </a:spcAft>
              <a:buSzPts val="275"/>
              <a:buAutoNum type="arabicPeriod" startAt="4"/>
            </a:pPr>
            <a:r>
              <a:rPr lang="en-GB" sz="1350" b="1" dirty="0">
                <a:solidFill>
                  <a:schemeClr val="tx1"/>
                </a:solidFill>
              </a:rPr>
              <a:t>Kangaroo</a:t>
            </a:r>
          </a:p>
        </p:txBody>
      </p:sp>
      <p:sp>
        <p:nvSpPr>
          <p:cNvPr id="2" name="Rectangle 1">
            <a:extLst>
              <a:ext uri="{FF2B5EF4-FFF2-40B4-BE49-F238E27FC236}">
                <a16:creationId xmlns:a16="http://schemas.microsoft.com/office/drawing/2014/main" id="{14C9079D-033B-06BE-0FDB-07F3ADCB1475}"/>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65591589"/>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C98FECA4-8BF9-9711-A941-9DC896180C46}"/>
            </a:ext>
          </a:extLst>
        </p:cNvPr>
        <p:cNvGrpSpPr/>
        <p:nvPr/>
      </p:nvGrpSpPr>
      <p:grpSpPr>
        <a:xfrm>
          <a:off x="0" y="0"/>
          <a:ext cx="0" cy="0"/>
          <a:chOff x="0" y="0"/>
          <a:chExt cx="0" cy="0"/>
        </a:xfrm>
      </p:grpSpPr>
      <p:sp>
        <p:nvSpPr>
          <p:cNvPr id="112" name="Google Shape;112;p24">
            <a:extLst>
              <a:ext uri="{FF2B5EF4-FFF2-40B4-BE49-F238E27FC236}">
                <a16:creationId xmlns:a16="http://schemas.microsoft.com/office/drawing/2014/main" id="{511784A1-B61A-AC6D-A062-6944364F67BB}"/>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B</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
        <p:nvSpPr>
          <p:cNvPr id="113" name="Google Shape;113;p24">
            <a:extLst>
              <a:ext uri="{FF2B5EF4-FFF2-40B4-BE49-F238E27FC236}">
                <a16:creationId xmlns:a16="http://schemas.microsoft.com/office/drawing/2014/main" id="{788F9515-23DA-7403-8E2A-D106ADD93C29}"/>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1200"/>
              </a:spcAft>
              <a:buSzPts val="275"/>
              <a:buNone/>
            </a:pPr>
            <a:r>
              <a:rPr lang="en-GB" sz="1350"/>
              <a:t>When you’re both ready, you can begin the next trial.</a:t>
            </a:r>
            <a:endParaRPr sz="1350"/>
          </a:p>
        </p:txBody>
      </p:sp>
    </p:spTree>
    <p:extLst>
      <p:ext uri="{BB962C8B-B14F-4D97-AF65-F5344CB8AC3E}">
        <p14:creationId xmlns:p14="http://schemas.microsoft.com/office/powerpoint/2010/main" val="61302932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5AE9E370-CE36-02EA-8A16-F08A3DE0B167}"/>
            </a:ext>
          </a:extLst>
        </p:cNvPr>
        <p:cNvGrpSpPr/>
        <p:nvPr/>
      </p:nvGrpSpPr>
      <p:grpSpPr>
        <a:xfrm>
          <a:off x="0" y="0"/>
          <a:ext cx="0" cy="0"/>
          <a:chOff x="0" y="0"/>
          <a:chExt cx="0" cy="0"/>
        </a:xfrm>
      </p:grpSpPr>
      <p:sp>
        <p:nvSpPr>
          <p:cNvPr id="154" name="Google Shape;154;p31">
            <a:extLst>
              <a:ext uri="{FF2B5EF4-FFF2-40B4-BE49-F238E27FC236}">
                <a16:creationId xmlns:a16="http://schemas.microsoft.com/office/drawing/2014/main" id="{860C68D5-8C18-A795-DA0C-B4E253FA3170}"/>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Animals. The word is:</a:t>
            </a:r>
            <a:endParaRPr sz="1350" dirty="0"/>
          </a:p>
          <a:p>
            <a:pPr marL="342900" lvl="0" algn="ctr" rtl="0">
              <a:lnSpc>
                <a:spcPct val="95000"/>
              </a:lnSpc>
              <a:spcBef>
                <a:spcPts val="1200"/>
              </a:spcBef>
              <a:spcAft>
                <a:spcPts val="0"/>
              </a:spcAft>
              <a:buSzPts val="275"/>
              <a:buAutoNum type="arabicPeriod" startAt="5"/>
            </a:pPr>
            <a:r>
              <a:rPr lang="en-GB" sz="1350" b="1" dirty="0">
                <a:solidFill>
                  <a:schemeClr val="tx1"/>
                </a:solidFill>
              </a:rPr>
              <a:t>Eagle</a:t>
            </a:r>
          </a:p>
          <a:p>
            <a:pPr marL="342900" lvl="0" algn="ctr" rtl="0">
              <a:lnSpc>
                <a:spcPct val="95000"/>
              </a:lnSpc>
              <a:spcBef>
                <a:spcPts val="1200"/>
              </a:spcBef>
              <a:spcAft>
                <a:spcPts val="0"/>
              </a:spcAft>
              <a:buSzPts val="275"/>
              <a:buAutoNum type="arabicPeriod" startAt="5"/>
            </a:pPr>
            <a:endParaRPr sz="1350" b="1" dirty="0">
              <a:solidFill>
                <a:schemeClr val="tx1"/>
              </a:solidFill>
            </a:endParaRPr>
          </a:p>
          <a:p>
            <a:pPr marL="0" lvl="0" indent="0" algn="l" rtl="0">
              <a:lnSpc>
                <a:spcPct val="95000"/>
              </a:lnSpc>
              <a:spcBef>
                <a:spcPts val="1200"/>
              </a:spcBef>
              <a:spcAft>
                <a:spcPts val="1200"/>
              </a:spcAft>
              <a:buSzPts val="275"/>
              <a:buNone/>
            </a:pPr>
            <a:endParaRPr sz="1350" dirty="0"/>
          </a:p>
        </p:txBody>
      </p:sp>
      <p:sp>
        <p:nvSpPr>
          <p:cNvPr id="155" name="Google Shape;155;p31">
            <a:extLst>
              <a:ext uri="{FF2B5EF4-FFF2-40B4-BE49-F238E27FC236}">
                <a16:creationId xmlns:a16="http://schemas.microsoft.com/office/drawing/2014/main" id="{F7B9003E-3A61-9D83-D422-C2C9AA35E141}"/>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Animals.</a:t>
            </a:r>
          </a:p>
          <a:p>
            <a:pPr marL="0" lvl="0" indent="0" algn="ctr" rtl="0">
              <a:lnSpc>
                <a:spcPct val="95000"/>
              </a:lnSpc>
              <a:spcBef>
                <a:spcPts val="0"/>
              </a:spcBef>
              <a:spcAft>
                <a:spcPts val="0"/>
              </a:spcAft>
              <a:buSzPts val="275"/>
              <a:buNone/>
            </a:pPr>
            <a:endParaRPr lang="en-GB" sz="1350" dirty="0"/>
          </a:p>
          <a:p>
            <a:pPr marL="0" lvl="0" indent="0" algn="l" rtl="0">
              <a:lnSpc>
                <a:spcPct val="95000"/>
              </a:lnSpc>
              <a:spcBef>
                <a:spcPts val="1200"/>
              </a:spcBef>
              <a:spcAft>
                <a:spcPts val="1200"/>
              </a:spcAft>
              <a:buSzPts val="275"/>
              <a:buNone/>
            </a:pPr>
            <a:endParaRPr sz="1350" dirty="0"/>
          </a:p>
        </p:txBody>
      </p:sp>
      <p:sp>
        <p:nvSpPr>
          <p:cNvPr id="2" name="Rectangle 1">
            <a:extLst>
              <a:ext uri="{FF2B5EF4-FFF2-40B4-BE49-F238E27FC236}">
                <a16:creationId xmlns:a16="http://schemas.microsoft.com/office/drawing/2014/main" id="{56BA853D-BF29-3B04-734F-8A83C82598ED}"/>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31731395"/>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1A5A3963-2316-325E-1E28-E5CB6916101C}"/>
            </a:ext>
          </a:extLst>
        </p:cNvPr>
        <p:cNvGrpSpPr/>
        <p:nvPr/>
      </p:nvGrpSpPr>
      <p:grpSpPr>
        <a:xfrm>
          <a:off x="0" y="0"/>
          <a:ext cx="0" cy="0"/>
          <a:chOff x="0" y="0"/>
          <a:chExt cx="0" cy="0"/>
        </a:xfrm>
      </p:grpSpPr>
      <p:sp>
        <p:nvSpPr>
          <p:cNvPr id="100" name="Google Shape;100;p22">
            <a:extLst>
              <a:ext uri="{FF2B5EF4-FFF2-40B4-BE49-F238E27FC236}">
                <a16:creationId xmlns:a16="http://schemas.microsoft.com/office/drawing/2014/main" id="{9F47864C-645E-3B09-B368-399F090EB7EC}"/>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0"/>
              </a:spcAft>
              <a:buSzPts val="275"/>
              <a:buNone/>
            </a:pPr>
            <a:r>
              <a:rPr lang="en-GB" sz="1350"/>
              <a:t>When you’re both ready, you can begin the next trial.</a:t>
            </a:r>
            <a:endParaRPr sz="1350"/>
          </a:p>
          <a:p>
            <a:pPr marL="0" lvl="0" indent="0" algn="l" rtl="0">
              <a:lnSpc>
                <a:spcPct val="95000"/>
              </a:lnSpc>
              <a:spcBef>
                <a:spcPts val="1200"/>
              </a:spcBef>
              <a:spcAft>
                <a:spcPts val="1200"/>
              </a:spcAft>
              <a:buSzPts val="275"/>
              <a:buNone/>
            </a:pPr>
            <a:endParaRPr sz="1350"/>
          </a:p>
        </p:txBody>
      </p:sp>
      <p:sp>
        <p:nvSpPr>
          <p:cNvPr id="101" name="Google Shape;101;p22">
            <a:extLst>
              <a:ext uri="{FF2B5EF4-FFF2-40B4-BE49-F238E27FC236}">
                <a16:creationId xmlns:a16="http://schemas.microsoft.com/office/drawing/2014/main" id="{7C9F21A0-9CDB-5EB9-1A05-64515F03C952}"/>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A</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Tree>
    <p:extLst>
      <p:ext uri="{BB962C8B-B14F-4D97-AF65-F5344CB8AC3E}">
        <p14:creationId xmlns:p14="http://schemas.microsoft.com/office/powerpoint/2010/main" val="301409148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5EFEBFF0-EAF9-B0A7-07F7-6F35D051DDAD}"/>
            </a:ext>
          </a:extLst>
        </p:cNvPr>
        <p:cNvGrpSpPr/>
        <p:nvPr/>
      </p:nvGrpSpPr>
      <p:grpSpPr>
        <a:xfrm>
          <a:off x="0" y="0"/>
          <a:ext cx="0" cy="0"/>
          <a:chOff x="0" y="0"/>
          <a:chExt cx="0" cy="0"/>
        </a:xfrm>
      </p:grpSpPr>
      <p:sp>
        <p:nvSpPr>
          <p:cNvPr id="160" name="Google Shape;160;p32">
            <a:extLst>
              <a:ext uri="{FF2B5EF4-FFF2-40B4-BE49-F238E27FC236}">
                <a16:creationId xmlns:a16="http://schemas.microsoft.com/office/drawing/2014/main" id="{4DE05CE6-3195-D767-7D99-AC7AF412001F}"/>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Animals.</a:t>
            </a:r>
          </a:p>
          <a:p>
            <a:pPr marL="0" lvl="0" indent="0" algn="ctr" rtl="0">
              <a:lnSpc>
                <a:spcPct val="95000"/>
              </a:lnSpc>
              <a:spcBef>
                <a:spcPts val="0"/>
              </a:spcBef>
              <a:spcAft>
                <a:spcPts val="0"/>
              </a:spcAft>
              <a:buSzPts val="275"/>
              <a:buNone/>
            </a:pPr>
            <a:endParaRPr lang="en-GB" sz="1350" dirty="0"/>
          </a:p>
          <a:p>
            <a:pPr marL="0" lvl="0" indent="0" algn="l" rtl="0">
              <a:lnSpc>
                <a:spcPct val="95000"/>
              </a:lnSpc>
              <a:spcBef>
                <a:spcPts val="1200"/>
              </a:spcBef>
              <a:spcAft>
                <a:spcPts val="1200"/>
              </a:spcAft>
              <a:buSzPts val="275"/>
              <a:buNone/>
            </a:pPr>
            <a:endParaRPr sz="1350" dirty="0"/>
          </a:p>
        </p:txBody>
      </p:sp>
      <p:sp>
        <p:nvSpPr>
          <p:cNvPr id="161" name="Google Shape;161;p32">
            <a:extLst>
              <a:ext uri="{FF2B5EF4-FFF2-40B4-BE49-F238E27FC236}">
                <a16:creationId xmlns:a16="http://schemas.microsoft.com/office/drawing/2014/main" id="{44A13252-FA39-BF43-C995-54B274D60420}"/>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Animals. The word is:</a:t>
            </a:r>
            <a:endParaRPr sz="1350" dirty="0"/>
          </a:p>
          <a:p>
            <a:pPr marL="342900" lvl="0" algn="ctr" rtl="0">
              <a:lnSpc>
                <a:spcPct val="95000"/>
              </a:lnSpc>
              <a:spcBef>
                <a:spcPts val="1200"/>
              </a:spcBef>
              <a:spcAft>
                <a:spcPts val="0"/>
              </a:spcAft>
              <a:buSzPts val="275"/>
              <a:buAutoNum type="arabicPeriod" startAt="6"/>
            </a:pPr>
            <a:r>
              <a:rPr lang="en-GB" sz="1350" b="1" dirty="0">
                <a:solidFill>
                  <a:schemeClr val="tx1"/>
                </a:solidFill>
              </a:rPr>
              <a:t>Lion</a:t>
            </a:r>
          </a:p>
          <a:p>
            <a:pPr marL="0" lvl="0" indent="0" algn="ctr" rtl="0">
              <a:lnSpc>
                <a:spcPct val="95000"/>
              </a:lnSpc>
              <a:spcBef>
                <a:spcPts val="1200"/>
              </a:spcBef>
              <a:spcAft>
                <a:spcPts val="0"/>
              </a:spcAft>
              <a:buSzPts val="275"/>
              <a:buNone/>
            </a:pPr>
            <a:endParaRPr sz="1350" b="1" dirty="0">
              <a:solidFill>
                <a:schemeClr val="tx1"/>
              </a:solidFill>
            </a:endParaRPr>
          </a:p>
          <a:p>
            <a:pPr marL="0" lvl="0" indent="0" algn="l" rtl="0">
              <a:lnSpc>
                <a:spcPct val="95000"/>
              </a:lnSpc>
              <a:spcBef>
                <a:spcPts val="1200"/>
              </a:spcBef>
              <a:spcAft>
                <a:spcPts val="1200"/>
              </a:spcAft>
              <a:buSzPts val="275"/>
              <a:buNone/>
            </a:pPr>
            <a:endParaRPr sz="1350" dirty="0"/>
          </a:p>
        </p:txBody>
      </p:sp>
      <p:sp>
        <p:nvSpPr>
          <p:cNvPr id="2" name="Rectangle 1">
            <a:extLst>
              <a:ext uri="{FF2B5EF4-FFF2-40B4-BE49-F238E27FC236}">
                <a16:creationId xmlns:a16="http://schemas.microsoft.com/office/drawing/2014/main" id="{530AFC13-0544-D797-7D36-DFD31C6F8AAE}"/>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970901621"/>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1D54CCFB-F1B7-5B95-36C5-1A68367E46A9}"/>
            </a:ext>
          </a:extLst>
        </p:cNvPr>
        <p:cNvGrpSpPr/>
        <p:nvPr/>
      </p:nvGrpSpPr>
      <p:grpSpPr>
        <a:xfrm>
          <a:off x="0" y="0"/>
          <a:ext cx="0" cy="0"/>
          <a:chOff x="0" y="0"/>
          <a:chExt cx="0" cy="0"/>
        </a:xfrm>
      </p:grpSpPr>
      <p:sp>
        <p:nvSpPr>
          <p:cNvPr id="112" name="Google Shape;112;p24">
            <a:extLst>
              <a:ext uri="{FF2B5EF4-FFF2-40B4-BE49-F238E27FC236}">
                <a16:creationId xmlns:a16="http://schemas.microsoft.com/office/drawing/2014/main" id="{D0C2BDEE-5795-3CC2-7E69-C74EF1F13060}"/>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The experiment finished.</a:t>
            </a:r>
          </a:p>
          <a:p>
            <a:pPr marL="0" lvl="0" indent="0" algn="ctr" rtl="0">
              <a:lnSpc>
                <a:spcPct val="95000"/>
              </a:lnSpc>
              <a:spcBef>
                <a:spcPts val="0"/>
              </a:spcBef>
              <a:spcAft>
                <a:spcPts val="0"/>
              </a:spcAft>
              <a:buSzPts val="275"/>
              <a:buNone/>
            </a:pPr>
            <a:r>
              <a:rPr lang="en-GB" sz="1350" dirty="0"/>
              <a:t>Thanks for your participation.</a:t>
            </a:r>
            <a:endParaRPr sz="1350" dirty="0"/>
          </a:p>
        </p:txBody>
      </p:sp>
      <p:sp>
        <p:nvSpPr>
          <p:cNvPr id="113" name="Google Shape;113;p24">
            <a:extLst>
              <a:ext uri="{FF2B5EF4-FFF2-40B4-BE49-F238E27FC236}">
                <a16:creationId xmlns:a16="http://schemas.microsoft.com/office/drawing/2014/main" id="{82891BFB-D49B-6E56-F0CF-2889F0C86574}"/>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The experiment finished.</a:t>
            </a:r>
          </a:p>
          <a:p>
            <a:pPr marL="0" indent="0" algn="ctr">
              <a:lnSpc>
                <a:spcPct val="95000"/>
              </a:lnSpc>
              <a:buSzPts val="275"/>
              <a:buNone/>
            </a:pPr>
            <a:r>
              <a:rPr lang="en-GB" sz="1350" dirty="0"/>
              <a:t>Thanks for your participation.</a:t>
            </a:r>
          </a:p>
          <a:p>
            <a:pPr marL="0" lvl="0" indent="0" algn="ctr" rtl="0">
              <a:lnSpc>
                <a:spcPct val="95000"/>
              </a:lnSpc>
              <a:spcBef>
                <a:spcPts val="0"/>
              </a:spcBef>
              <a:spcAft>
                <a:spcPts val="0"/>
              </a:spcAft>
              <a:buSzPts val="275"/>
              <a:buNone/>
            </a:pPr>
            <a:endParaRPr lang="en-GB" sz="1350" dirty="0"/>
          </a:p>
        </p:txBody>
      </p:sp>
    </p:spTree>
    <p:extLst>
      <p:ext uri="{BB962C8B-B14F-4D97-AF65-F5344CB8AC3E}">
        <p14:creationId xmlns:p14="http://schemas.microsoft.com/office/powerpoint/2010/main" val="344613837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4CD54-15BF-4265-9472-1E76C45BFAB0}"/>
              </a:ext>
            </a:extLst>
          </p:cNvPr>
          <p:cNvSpPr>
            <a:spLocks noGrp="1"/>
          </p:cNvSpPr>
          <p:nvPr>
            <p:ph type="title"/>
          </p:nvPr>
        </p:nvSpPr>
        <p:spPr/>
        <p:txBody>
          <a:bodyPr>
            <a:normAutofit fontScale="90000"/>
          </a:bodyPr>
          <a:lstStyle/>
          <a:p>
            <a:r>
              <a:rPr lang="en-GB" dirty="0"/>
              <a:t>END </a:t>
            </a:r>
            <a:r>
              <a:rPr lang="en-GB" dirty="0" err="1"/>
              <a:t>END</a:t>
            </a:r>
            <a:r>
              <a:rPr lang="en-GB" dirty="0"/>
              <a:t> </a:t>
            </a:r>
            <a:r>
              <a:rPr lang="en-GB" dirty="0" err="1"/>
              <a:t>END</a:t>
            </a:r>
            <a:r>
              <a:rPr lang="en-GB" dirty="0"/>
              <a:t> </a:t>
            </a:r>
            <a:r>
              <a:rPr lang="en-GB" dirty="0" err="1"/>
              <a:t>END</a:t>
            </a:r>
            <a:r>
              <a:rPr lang="en-GB" dirty="0"/>
              <a:t> </a:t>
            </a:r>
            <a:r>
              <a:rPr lang="en-GB" dirty="0" err="1"/>
              <a:t>END</a:t>
            </a:r>
            <a:r>
              <a:rPr lang="en-GB" dirty="0"/>
              <a:t> </a:t>
            </a:r>
            <a:r>
              <a:rPr lang="en-GB" dirty="0" err="1"/>
              <a:t>END</a:t>
            </a:r>
            <a:r>
              <a:rPr lang="en-GB" dirty="0"/>
              <a:t> </a:t>
            </a:r>
            <a:r>
              <a:rPr lang="en-GB" dirty="0" err="1"/>
              <a:t>END</a:t>
            </a:r>
            <a:r>
              <a:rPr lang="en-GB" dirty="0"/>
              <a:t> </a:t>
            </a:r>
            <a:r>
              <a:rPr lang="en-GB" dirty="0" err="1"/>
              <a:t>END</a:t>
            </a:r>
            <a:r>
              <a:rPr lang="en-GB" dirty="0"/>
              <a:t> </a:t>
            </a:r>
            <a:r>
              <a:rPr lang="en-GB" dirty="0" err="1"/>
              <a:t>END</a:t>
            </a:r>
            <a:r>
              <a:rPr lang="en-GB" dirty="0"/>
              <a:t> </a:t>
            </a:r>
            <a:r>
              <a:rPr lang="en-GB" dirty="0" err="1"/>
              <a:t>END</a:t>
            </a:r>
            <a:r>
              <a:rPr lang="en-GB" dirty="0"/>
              <a:t> </a:t>
            </a:r>
            <a:r>
              <a:rPr lang="en-GB" dirty="0" err="1"/>
              <a:t>END</a:t>
            </a:r>
            <a:r>
              <a:rPr lang="en-GB" dirty="0"/>
              <a:t> </a:t>
            </a:r>
          </a:p>
        </p:txBody>
      </p:sp>
      <p:sp>
        <p:nvSpPr>
          <p:cNvPr id="3" name="Text Placeholder 2">
            <a:extLst>
              <a:ext uri="{FF2B5EF4-FFF2-40B4-BE49-F238E27FC236}">
                <a16:creationId xmlns:a16="http://schemas.microsoft.com/office/drawing/2014/main" id="{1BD825E9-1BE8-4682-CA9D-2FB879BD4452}"/>
              </a:ext>
            </a:extLst>
          </p:cNvPr>
          <p:cNvSpPr>
            <a:spLocks noGrp="1"/>
          </p:cNvSpPr>
          <p:nvPr>
            <p:ph type="body" idx="1"/>
          </p:nvPr>
        </p:nvSpPr>
        <p:spPr/>
        <p:txBody>
          <a:bodyPr/>
          <a:lstStyle/>
          <a:p>
            <a:r>
              <a:rPr lang="en-GB" dirty="0"/>
              <a:t>Call the experimenter, please!</a:t>
            </a:r>
          </a:p>
          <a:p>
            <a:r>
              <a:rPr lang="en-GB"/>
              <a:t>The experiment </a:t>
            </a:r>
            <a:r>
              <a:rPr lang="en-GB" dirty="0"/>
              <a:t>ended. </a:t>
            </a:r>
          </a:p>
        </p:txBody>
      </p:sp>
    </p:spTree>
    <p:extLst>
      <p:ext uri="{BB962C8B-B14F-4D97-AF65-F5344CB8AC3E}">
        <p14:creationId xmlns:p14="http://schemas.microsoft.com/office/powerpoint/2010/main" val="22237778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843A4B45-9638-5405-C3A3-2C302F51CF46}"/>
            </a:ext>
          </a:extLst>
        </p:cNvPr>
        <p:cNvGrpSpPr/>
        <p:nvPr/>
      </p:nvGrpSpPr>
      <p:grpSpPr>
        <a:xfrm>
          <a:off x="0" y="0"/>
          <a:ext cx="0" cy="0"/>
          <a:chOff x="0" y="0"/>
          <a:chExt cx="0" cy="0"/>
        </a:xfrm>
      </p:grpSpPr>
      <p:sp>
        <p:nvSpPr>
          <p:cNvPr id="112" name="Google Shape;112;p24">
            <a:extLst>
              <a:ext uri="{FF2B5EF4-FFF2-40B4-BE49-F238E27FC236}">
                <a16:creationId xmlns:a16="http://schemas.microsoft.com/office/drawing/2014/main" id="{55BE9AAD-D45B-D231-6233-8DD9AC033179}"/>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B</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
        <p:nvSpPr>
          <p:cNvPr id="113" name="Google Shape;113;p24">
            <a:extLst>
              <a:ext uri="{FF2B5EF4-FFF2-40B4-BE49-F238E27FC236}">
                <a16:creationId xmlns:a16="http://schemas.microsoft.com/office/drawing/2014/main" id="{B86AC70F-B128-14CE-9B52-F1D271950454}"/>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1200"/>
              </a:spcAft>
              <a:buSzPts val="275"/>
              <a:buNone/>
            </a:pPr>
            <a:r>
              <a:rPr lang="en-GB" sz="1350"/>
              <a:t>When you’re both ready, you can begin the next trial.</a:t>
            </a:r>
            <a:endParaRPr sz="1350"/>
          </a:p>
        </p:txBody>
      </p:sp>
    </p:spTree>
    <p:extLst>
      <p:ext uri="{BB962C8B-B14F-4D97-AF65-F5344CB8AC3E}">
        <p14:creationId xmlns:p14="http://schemas.microsoft.com/office/powerpoint/2010/main" val="357697377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41">
          <a:extLst>
            <a:ext uri="{FF2B5EF4-FFF2-40B4-BE49-F238E27FC236}">
              <a16:creationId xmlns:a16="http://schemas.microsoft.com/office/drawing/2014/main" id="{5D1BF472-4322-FA3E-5E03-A88F4169C4B6}"/>
            </a:ext>
          </a:extLst>
        </p:cNvPr>
        <p:cNvGrpSpPr/>
        <p:nvPr/>
      </p:nvGrpSpPr>
      <p:grpSpPr>
        <a:xfrm>
          <a:off x="0" y="0"/>
          <a:ext cx="0" cy="0"/>
          <a:chOff x="0" y="0"/>
          <a:chExt cx="0" cy="0"/>
        </a:xfrm>
      </p:grpSpPr>
      <p:sp>
        <p:nvSpPr>
          <p:cNvPr id="142" name="Google Shape;142;p29">
            <a:extLst>
              <a:ext uri="{FF2B5EF4-FFF2-40B4-BE49-F238E27FC236}">
                <a16:creationId xmlns:a16="http://schemas.microsoft.com/office/drawing/2014/main" id="{0059F9FE-FE85-8C9F-15BB-19B26D16B31C}"/>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Objects. The word is:</a:t>
            </a:r>
            <a:endParaRPr sz="1350" dirty="0"/>
          </a:p>
          <a:p>
            <a:pPr marL="342900" lvl="0" algn="ctr" rtl="0">
              <a:lnSpc>
                <a:spcPct val="95000"/>
              </a:lnSpc>
              <a:spcBef>
                <a:spcPts val="1200"/>
              </a:spcBef>
              <a:spcAft>
                <a:spcPts val="1200"/>
              </a:spcAft>
              <a:buSzPts val="275"/>
              <a:buAutoNum type="arabicPeriod" startAt="3"/>
            </a:pPr>
            <a:r>
              <a:rPr lang="en-GB" sz="1350" b="1" dirty="0">
                <a:solidFill>
                  <a:schemeClr val="tx1"/>
                </a:solidFill>
              </a:rPr>
              <a:t>Glasses</a:t>
            </a:r>
          </a:p>
          <a:p>
            <a:pPr marL="342900" lvl="0" algn="ctr" rtl="0">
              <a:lnSpc>
                <a:spcPct val="95000"/>
              </a:lnSpc>
              <a:spcBef>
                <a:spcPts val="1200"/>
              </a:spcBef>
              <a:spcAft>
                <a:spcPts val="1200"/>
              </a:spcAft>
              <a:buSzPts val="275"/>
              <a:buAutoNum type="arabicPeriod" startAt="3"/>
            </a:pPr>
            <a:endParaRPr sz="1350" b="1" dirty="0">
              <a:solidFill>
                <a:schemeClr val="tx1"/>
              </a:solidFill>
            </a:endParaRPr>
          </a:p>
        </p:txBody>
      </p:sp>
      <p:sp>
        <p:nvSpPr>
          <p:cNvPr id="143" name="Google Shape;143;p29">
            <a:extLst>
              <a:ext uri="{FF2B5EF4-FFF2-40B4-BE49-F238E27FC236}">
                <a16:creationId xmlns:a16="http://schemas.microsoft.com/office/drawing/2014/main" id="{754F14E7-B22B-95C6-365F-23B7E41D3D78}"/>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1200"/>
              </a:spcAft>
              <a:buSzPts val="275"/>
              <a:buNone/>
            </a:pPr>
            <a:r>
              <a:rPr lang="en-GB" sz="1350" dirty="0"/>
              <a:t>You are the </a:t>
            </a:r>
            <a:r>
              <a:rPr lang="en-GB" sz="1350" b="1" dirty="0"/>
              <a:t>GUESSER</a:t>
            </a:r>
            <a:r>
              <a:rPr lang="en-GB" sz="1350" dirty="0"/>
              <a:t>. The topic is: Objects.</a:t>
            </a:r>
          </a:p>
          <a:p>
            <a:pPr marL="0" lvl="0" indent="0" algn="ctr" rtl="0">
              <a:lnSpc>
                <a:spcPct val="95000"/>
              </a:lnSpc>
              <a:spcBef>
                <a:spcPts val="0"/>
              </a:spcBef>
              <a:spcAft>
                <a:spcPts val="1200"/>
              </a:spcAft>
              <a:buSzPts val="275"/>
              <a:buNone/>
            </a:pPr>
            <a:r>
              <a:rPr lang="en-GB" sz="1350" dirty="0"/>
              <a:t>Hint: Wearable</a:t>
            </a:r>
          </a:p>
        </p:txBody>
      </p:sp>
      <p:sp>
        <p:nvSpPr>
          <p:cNvPr id="2" name="Rectangle 1">
            <a:extLst>
              <a:ext uri="{FF2B5EF4-FFF2-40B4-BE49-F238E27FC236}">
                <a16:creationId xmlns:a16="http://schemas.microsoft.com/office/drawing/2014/main" id="{CBED16B1-8D3F-5FFC-3537-5665546847DA}"/>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92239316"/>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B7492992-C59B-0691-DC42-3DA5844FD993}"/>
            </a:ext>
          </a:extLst>
        </p:cNvPr>
        <p:cNvGrpSpPr/>
        <p:nvPr/>
      </p:nvGrpSpPr>
      <p:grpSpPr>
        <a:xfrm>
          <a:off x="0" y="0"/>
          <a:ext cx="0" cy="0"/>
          <a:chOff x="0" y="0"/>
          <a:chExt cx="0" cy="0"/>
        </a:xfrm>
      </p:grpSpPr>
      <p:sp>
        <p:nvSpPr>
          <p:cNvPr id="100" name="Google Shape;100;p22">
            <a:extLst>
              <a:ext uri="{FF2B5EF4-FFF2-40B4-BE49-F238E27FC236}">
                <a16:creationId xmlns:a16="http://schemas.microsoft.com/office/drawing/2014/main" id="{8300F356-D4D6-F53F-C41D-E9421530BA53}"/>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0"/>
              </a:spcAft>
              <a:buSzPts val="275"/>
              <a:buNone/>
            </a:pPr>
            <a:r>
              <a:rPr lang="en-GB" sz="1350"/>
              <a:t>When you’re both ready, you can begin the next trial.</a:t>
            </a:r>
            <a:endParaRPr sz="1350"/>
          </a:p>
          <a:p>
            <a:pPr marL="0" lvl="0" indent="0" algn="l" rtl="0">
              <a:lnSpc>
                <a:spcPct val="95000"/>
              </a:lnSpc>
              <a:spcBef>
                <a:spcPts val="1200"/>
              </a:spcBef>
              <a:spcAft>
                <a:spcPts val="1200"/>
              </a:spcAft>
              <a:buSzPts val="275"/>
              <a:buNone/>
            </a:pPr>
            <a:endParaRPr sz="1350"/>
          </a:p>
        </p:txBody>
      </p:sp>
      <p:sp>
        <p:nvSpPr>
          <p:cNvPr id="101" name="Google Shape;101;p22">
            <a:extLst>
              <a:ext uri="{FF2B5EF4-FFF2-40B4-BE49-F238E27FC236}">
                <a16:creationId xmlns:a16="http://schemas.microsoft.com/office/drawing/2014/main" id="{A83FC4C4-9173-FC2F-BC4E-F3F059481718}"/>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A</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Tree>
    <p:extLst>
      <p:ext uri="{BB962C8B-B14F-4D97-AF65-F5344CB8AC3E}">
        <p14:creationId xmlns:p14="http://schemas.microsoft.com/office/powerpoint/2010/main" val="82556322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47">
          <a:extLst>
            <a:ext uri="{FF2B5EF4-FFF2-40B4-BE49-F238E27FC236}">
              <a16:creationId xmlns:a16="http://schemas.microsoft.com/office/drawing/2014/main" id="{86B2C5CD-4D65-1606-1059-D58ECFECC6A6}"/>
            </a:ext>
          </a:extLst>
        </p:cNvPr>
        <p:cNvGrpSpPr/>
        <p:nvPr/>
      </p:nvGrpSpPr>
      <p:grpSpPr>
        <a:xfrm>
          <a:off x="0" y="0"/>
          <a:ext cx="0" cy="0"/>
          <a:chOff x="0" y="0"/>
          <a:chExt cx="0" cy="0"/>
        </a:xfrm>
      </p:grpSpPr>
      <p:sp>
        <p:nvSpPr>
          <p:cNvPr id="148" name="Google Shape;148;p30">
            <a:extLst>
              <a:ext uri="{FF2B5EF4-FFF2-40B4-BE49-F238E27FC236}">
                <a16:creationId xmlns:a16="http://schemas.microsoft.com/office/drawing/2014/main" id="{C81CF65B-6FC2-21C0-23C9-E7804AA1EC33}"/>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Objects.</a:t>
            </a:r>
          </a:p>
          <a:p>
            <a:pPr marL="0" lvl="0" indent="0" algn="ctr" rtl="0">
              <a:lnSpc>
                <a:spcPct val="95000"/>
              </a:lnSpc>
              <a:spcBef>
                <a:spcPts val="0"/>
              </a:spcBef>
              <a:spcAft>
                <a:spcPts val="0"/>
              </a:spcAft>
              <a:buSzPts val="275"/>
              <a:buNone/>
            </a:pPr>
            <a:endParaRPr lang="en-GB" sz="1350" dirty="0"/>
          </a:p>
          <a:p>
            <a:pPr marL="0" lvl="0" indent="0" algn="ctr" rtl="0">
              <a:lnSpc>
                <a:spcPct val="95000"/>
              </a:lnSpc>
              <a:spcBef>
                <a:spcPts val="0"/>
              </a:spcBef>
              <a:spcAft>
                <a:spcPts val="0"/>
              </a:spcAft>
              <a:buSzPts val="275"/>
              <a:buNone/>
            </a:pPr>
            <a:r>
              <a:rPr lang="en-GB" sz="1350" dirty="0"/>
              <a:t>Hint: To stay dry</a:t>
            </a:r>
            <a:endParaRPr sz="1350" dirty="0"/>
          </a:p>
          <a:p>
            <a:pPr marL="0" lvl="0" indent="0" algn="l" rtl="0">
              <a:lnSpc>
                <a:spcPct val="95000"/>
              </a:lnSpc>
              <a:spcBef>
                <a:spcPts val="1200"/>
              </a:spcBef>
              <a:spcAft>
                <a:spcPts val="1200"/>
              </a:spcAft>
              <a:buSzPts val="275"/>
              <a:buNone/>
            </a:pPr>
            <a:endParaRPr sz="1350" dirty="0"/>
          </a:p>
        </p:txBody>
      </p:sp>
      <p:sp>
        <p:nvSpPr>
          <p:cNvPr id="149" name="Google Shape;149;p30">
            <a:extLst>
              <a:ext uri="{FF2B5EF4-FFF2-40B4-BE49-F238E27FC236}">
                <a16:creationId xmlns:a16="http://schemas.microsoft.com/office/drawing/2014/main" id="{42BE06D7-84D5-BDEB-5229-321D7B7EAE09}"/>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Objects. The word is:</a:t>
            </a:r>
            <a:endParaRPr sz="1350" dirty="0"/>
          </a:p>
          <a:p>
            <a:pPr marL="342900" lvl="0" algn="ctr" rtl="0">
              <a:lnSpc>
                <a:spcPct val="95000"/>
              </a:lnSpc>
              <a:spcBef>
                <a:spcPts val="1200"/>
              </a:spcBef>
              <a:spcAft>
                <a:spcPts val="1200"/>
              </a:spcAft>
              <a:buSzPts val="275"/>
              <a:buAutoNum type="arabicPeriod" startAt="4"/>
            </a:pPr>
            <a:r>
              <a:rPr lang="en-GB" sz="1350" b="1" dirty="0">
                <a:solidFill>
                  <a:schemeClr val="tx1"/>
                </a:solidFill>
              </a:rPr>
              <a:t>Umbrella</a:t>
            </a:r>
          </a:p>
          <a:p>
            <a:pPr marL="342900" lvl="0" algn="ctr" rtl="0">
              <a:lnSpc>
                <a:spcPct val="95000"/>
              </a:lnSpc>
              <a:spcBef>
                <a:spcPts val="1200"/>
              </a:spcBef>
              <a:spcAft>
                <a:spcPts val="1200"/>
              </a:spcAft>
              <a:buSzPts val="275"/>
              <a:buAutoNum type="arabicPeriod" startAt="4"/>
            </a:pPr>
            <a:endParaRPr sz="1350" b="1" dirty="0">
              <a:solidFill>
                <a:schemeClr val="tx1"/>
              </a:solidFill>
            </a:endParaRPr>
          </a:p>
        </p:txBody>
      </p:sp>
      <p:sp>
        <p:nvSpPr>
          <p:cNvPr id="2" name="Rectangle 1">
            <a:extLst>
              <a:ext uri="{FF2B5EF4-FFF2-40B4-BE49-F238E27FC236}">
                <a16:creationId xmlns:a16="http://schemas.microsoft.com/office/drawing/2014/main" id="{7089B9D7-FFC5-E9B2-1C9B-957F9C107AB8}"/>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603066653"/>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8634F7E8-E48B-FBF0-A5E1-1DF617FA9697}"/>
            </a:ext>
          </a:extLst>
        </p:cNvPr>
        <p:cNvGrpSpPr/>
        <p:nvPr/>
      </p:nvGrpSpPr>
      <p:grpSpPr>
        <a:xfrm>
          <a:off x="0" y="0"/>
          <a:ext cx="0" cy="0"/>
          <a:chOff x="0" y="0"/>
          <a:chExt cx="0" cy="0"/>
        </a:xfrm>
      </p:grpSpPr>
      <p:sp>
        <p:nvSpPr>
          <p:cNvPr id="112" name="Google Shape;112;p24">
            <a:extLst>
              <a:ext uri="{FF2B5EF4-FFF2-40B4-BE49-F238E27FC236}">
                <a16:creationId xmlns:a16="http://schemas.microsoft.com/office/drawing/2014/main" id="{69F5727B-6847-A8A2-977B-3DE36216C6AA}"/>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B</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
        <p:nvSpPr>
          <p:cNvPr id="113" name="Google Shape;113;p24">
            <a:extLst>
              <a:ext uri="{FF2B5EF4-FFF2-40B4-BE49-F238E27FC236}">
                <a16:creationId xmlns:a16="http://schemas.microsoft.com/office/drawing/2014/main" id="{9027144E-B209-C863-3D12-9CE22545C557}"/>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1200"/>
              </a:spcAft>
              <a:buSzPts val="275"/>
              <a:buNone/>
            </a:pPr>
            <a:r>
              <a:rPr lang="en-GB" sz="1350"/>
              <a:t>When you’re both ready, you can begin the next trial.</a:t>
            </a:r>
            <a:endParaRPr sz="1350"/>
          </a:p>
        </p:txBody>
      </p:sp>
    </p:spTree>
    <p:extLst>
      <p:ext uri="{BB962C8B-B14F-4D97-AF65-F5344CB8AC3E}">
        <p14:creationId xmlns:p14="http://schemas.microsoft.com/office/powerpoint/2010/main" val="173666883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298EBE03-F132-6D2E-5DF1-4D7809E7CAA3}"/>
            </a:ext>
          </a:extLst>
        </p:cNvPr>
        <p:cNvGrpSpPr/>
        <p:nvPr/>
      </p:nvGrpSpPr>
      <p:grpSpPr>
        <a:xfrm>
          <a:off x="0" y="0"/>
          <a:ext cx="0" cy="0"/>
          <a:chOff x="0" y="0"/>
          <a:chExt cx="0" cy="0"/>
        </a:xfrm>
      </p:grpSpPr>
      <p:sp>
        <p:nvSpPr>
          <p:cNvPr id="154" name="Google Shape;154;p31">
            <a:extLst>
              <a:ext uri="{FF2B5EF4-FFF2-40B4-BE49-F238E27FC236}">
                <a16:creationId xmlns:a16="http://schemas.microsoft.com/office/drawing/2014/main" id="{A06B4199-94FA-1E70-BE17-1234E306D32E}"/>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Objects. The word is:</a:t>
            </a:r>
            <a:endParaRPr sz="1350" dirty="0"/>
          </a:p>
          <a:p>
            <a:pPr marL="342900" lvl="0" algn="ctr" rtl="0">
              <a:lnSpc>
                <a:spcPct val="95000"/>
              </a:lnSpc>
              <a:spcBef>
                <a:spcPts val="1200"/>
              </a:spcBef>
              <a:spcAft>
                <a:spcPts val="0"/>
              </a:spcAft>
              <a:buSzPts val="275"/>
              <a:buAutoNum type="arabicPeriod" startAt="5"/>
            </a:pPr>
            <a:r>
              <a:rPr lang="en-GB" sz="1350" b="1" dirty="0">
                <a:solidFill>
                  <a:schemeClr val="tx1"/>
                </a:solidFill>
              </a:rPr>
              <a:t>Train</a:t>
            </a:r>
          </a:p>
          <a:p>
            <a:pPr marL="342900" lvl="0" algn="ctr" rtl="0">
              <a:lnSpc>
                <a:spcPct val="95000"/>
              </a:lnSpc>
              <a:spcBef>
                <a:spcPts val="1200"/>
              </a:spcBef>
              <a:spcAft>
                <a:spcPts val="0"/>
              </a:spcAft>
              <a:buSzPts val="275"/>
              <a:buAutoNum type="arabicPeriod" startAt="5"/>
            </a:pPr>
            <a:endParaRPr sz="1350" b="1" dirty="0">
              <a:solidFill>
                <a:schemeClr val="tx1"/>
              </a:solidFill>
            </a:endParaRPr>
          </a:p>
          <a:p>
            <a:pPr marL="0" lvl="0" indent="0" algn="l" rtl="0">
              <a:lnSpc>
                <a:spcPct val="95000"/>
              </a:lnSpc>
              <a:spcBef>
                <a:spcPts val="1200"/>
              </a:spcBef>
              <a:spcAft>
                <a:spcPts val="1200"/>
              </a:spcAft>
              <a:buSzPts val="275"/>
              <a:buNone/>
            </a:pPr>
            <a:endParaRPr sz="1350" dirty="0"/>
          </a:p>
        </p:txBody>
      </p:sp>
      <p:sp>
        <p:nvSpPr>
          <p:cNvPr id="155" name="Google Shape;155;p31">
            <a:extLst>
              <a:ext uri="{FF2B5EF4-FFF2-40B4-BE49-F238E27FC236}">
                <a16:creationId xmlns:a16="http://schemas.microsoft.com/office/drawing/2014/main" id="{C1C16371-A269-ACE1-C7A2-EB6BC12E38D8}"/>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Objects.</a:t>
            </a:r>
          </a:p>
          <a:p>
            <a:pPr marL="0" lvl="0" indent="0" algn="ctr" rtl="0">
              <a:lnSpc>
                <a:spcPct val="95000"/>
              </a:lnSpc>
              <a:spcBef>
                <a:spcPts val="0"/>
              </a:spcBef>
              <a:spcAft>
                <a:spcPts val="0"/>
              </a:spcAft>
              <a:buSzPts val="275"/>
              <a:buNone/>
            </a:pPr>
            <a:endParaRPr lang="en-GB" sz="1350" dirty="0"/>
          </a:p>
          <a:p>
            <a:pPr marL="0" lvl="0" indent="0" algn="ctr" rtl="0">
              <a:lnSpc>
                <a:spcPct val="95000"/>
              </a:lnSpc>
              <a:spcBef>
                <a:spcPts val="0"/>
              </a:spcBef>
              <a:spcAft>
                <a:spcPts val="0"/>
              </a:spcAft>
              <a:buSzPts val="275"/>
              <a:buNone/>
            </a:pPr>
            <a:r>
              <a:rPr lang="en-GB" sz="1350" dirty="0"/>
              <a:t>Hint: Transport</a:t>
            </a:r>
            <a:endParaRPr sz="1350" dirty="0"/>
          </a:p>
          <a:p>
            <a:pPr marL="0" lvl="0" indent="0" algn="l" rtl="0">
              <a:lnSpc>
                <a:spcPct val="95000"/>
              </a:lnSpc>
              <a:spcBef>
                <a:spcPts val="1200"/>
              </a:spcBef>
              <a:spcAft>
                <a:spcPts val="1200"/>
              </a:spcAft>
              <a:buSzPts val="275"/>
              <a:buNone/>
            </a:pPr>
            <a:endParaRPr sz="1350" dirty="0"/>
          </a:p>
        </p:txBody>
      </p:sp>
      <p:sp>
        <p:nvSpPr>
          <p:cNvPr id="2" name="Rectangle 1">
            <a:extLst>
              <a:ext uri="{FF2B5EF4-FFF2-40B4-BE49-F238E27FC236}">
                <a16:creationId xmlns:a16="http://schemas.microsoft.com/office/drawing/2014/main" id="{34D7FBF0-B0E9-E2AD-5787-48B04BE5CDBC}"/>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894695970"/>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07FCC94D-E883-5144-B943-90DFD6A33C8B}"/>
            </a:ext>
          </a:extLst>
        </p:cNvPr>
        <p:cNvGrpSpPr/>
        <p:nvPr/>
      </p:nvGrpSpPr>
      <p:grpSpPr>
        <a:xfrm>
          <a:off x="0" y="0"/>
          <a:ext cx="0" cy="0"/>
          <a:chOff x="0" y="0"/>
          <a:chExt cx="0" cy="0"/>
        </a:xfrm>
      </p:grpSpPr>
      <p:sp>
        <p:nvSpPr>
          <p:cNvPr id="100" name="Google Shape;100;p22">
            <a:extLst>
              <a:ext uri="{FF2B5EF4-FFF2-40B4-BE49-F238E27FC236}">
                <a16:creationId xmlns:a16="http://schemas.microsoft.com/office/drawing/2014/main" id="{34F44E67-7BB9-CD8B-4B43-2F27F6515789}"/>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0"/>
              </a:spcAft>
              <a:buSzPts val="275"/>
              <a:buNone/>
            </a:pPr>
            <a:r>
              <a:rPr lang="en-GB" sz="1350"/>
              <a:t>When you’re both ready, you can begin the next trial.</a:t>
            </a:r>
            <a:endParaRPr sz="1350"/>
          </a:p>
          <a:p>
            <a:pPr marL="0" lvl="0" indent="0" algn="l" rtl="0">
              <a:lnSpc>
                <a:spcPct val="95000"/>
              </a:lnSpc>
              <a:spcBef>
                <a:spcPts val="1200"/>
              </a:spcBef>
              <a:spcAft>
                <a:spcPts val="1200"/>
              </a:spcAft>
              <a:buSzPts val="275"/>
              <a:buNone/>
            </a:pPr>
            <a:endParaRPr sz="1350"/>
          </a:p>
        </p:txBody>
      </p:sp>
      <p:sp>
        <p:nvSpPr>
          <p:cNvPr id="101" name="Google Shape;101;p22">
            <a:extLst>
              <a:ext uri="{FF2B5EF4-FFF2-40B4-BE49-F238E27FC236}">
                <a16:creationId xmlns:a16="http://schemas.microsoft.com/office/drawing/2014/main" id="{AC2008FC-459A-CD29-ABBF-4273F9FA8947}"/>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A</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Tree>
    <p:extLst>
      <p:ext uri="{BB962C8B-B14F-4D97-AF65-F5344CB8AC3E}">
        <p14:creationId xmlns:p14="http://schemas.microsoft.com/office/powerpoint/2010/main" val="156587406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12F28B53-F591-F276-B99E-79A50087213F}"/>
            </a:ext>
          </a:extLst>
        </p:cNvPr>
        <p:cNvGrpSpPr/>
        <p:nvPr/>
      </p:nvGrpSpPr>
      <p:grpSpPr>
        <a:xfrm>
          <a:off x="0" y="0"/>
          <a:ext cx="0" cy="0"/>
          <a:chOff x="0" y="0"/>
          <a:chExt cx="0" cy="0"/>
        </a:xfrm>
      </p:grpSpPr>
      <p:sp>
        <p:nvSpPr>
          <p:cNvPr id="160" name="Google Shape;160;p32">
            <a:extLst>
              <a:ext uri="{FF2B5EF4-FFF2-40B4-BE49-F238E27FC236}">
                <a16:creationId xmlns:a16="http://schemas.microsoft.com/office/drawing/2014/main" id="{9D8AA146-4E7B-6E74-F759-40C0F8B522F1}"/>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Objects.</a:t>
            </a:r>
          </a:p>
          <a:p>
            <a:pPr marL="0" lvl="0" indent="0" algn="ctr" rtl="0">
              <a:lnSpc>
                <a:spcPct val="95000"/>
              </a:lnSpc>
              <a:spcBef>
                <a:spcPts val="0"/>
              </a:spcBef>
              <a:spcAft>
                <a:spcPts val="0"/>
              </a:spcAft>
              <a:buSzPts val="275"/>
              <a:buNone/>
            </a:pPr>
            <a:endParaRPr lang="en-GB" sz="1350" dirty="0"/>
          </a:p>
          <a:p>
            <a:pPr marL="0" lvl="0" indent="0" algn="ctr" rtl="0">
              <a:lnSpc>
                <a:spcPct val="95000"/>
              </a:lnSpc>
              <a:spcBef>
                <a:spcPts val="0"/>
              </a:spcBef>
              <a:spcAft>
                <a:spcPts val="0"/>
              </a:spcAft>
              <a:buSzPts val="275"/>
              <a:buNone/>
            </a:pPr>
            <a:r>
              <a:rPr lang="en-GB" sz="1350" dirty="0"/>
              <a:t>Hint: Technology</a:t>
            </a:r>
            <a:endParaRPr sz="1350" dirty="0"/>
          </a:p>
          <a:p>
            <a:pPr marL="0" lvl="0" indent="0" algn="l" rtl="0">
              <a:lnSpc>
                <a:spcPct val="95000"/>
              </a:lnSpc>
              <a:spcBef>
                <a:spcPts val="1200"/>
              </a:spcBef>
              <a:spcAft>
                <a:spcPts val="1200"/>
              </a:spcAft>
              <a:buSzPts val="275"/>
              <a:buNone/>
            </a:pPr>
            <a:endParaRPr sz="1350" dirty="0"/>
          </a:p>
        </p:txBody>
      </p:sp>
      <p:sp>
        <p:nvSpPr>
          <p:cNvPr id="161" name="Google Shape;161;p32">
            <a:extLst>
              <a:ext uri="{FF2B5EF4-FFF2-40B4-BE49-F238E27FC236}">
                <a16:creationId xmlns:a16="http://schemas.microsoft.com/office/drawing/2014/main" id="{2C3C4AAE-1335-9181-249E-76AE027E3931}"/>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Objects. The word is:</a:t>
            </a:r>
            <a:endParaRPr sz="1350" dirty="0"/>
          </a:p>
          <a:p>
            <a:pPr marL="342900" lvl="0" algn="ctr" rtl="0">
              <a:lnSpc>
                <a:spcPct val="95000"/>
              </a:lnSpc>
              <a:spcBef>
                <a:spcPts val="1200"/>
              </a:spcBef>
              <a:spcAft>
                <a:spcPts val="0"/>
              </a:spcAft>
              <a:buSzPts val="275"/>
              <a:buAutoNum type="arabicPeriod" startAt="6"/>
            </a:pPr>
            <a:r>
              <a:rPr lang="en-GB" sz="1350" b="1" dirty="0">
                <a:solidFill>
                  <a:schemeClr val="tx1"/>
                </a:solidFill>
              </a:rPr>
              <a:t>Headphones</a:t>
            </a:r>
          </a:p>
          <a:p>
            <a:pPr marL="342900" lvl="0" algn="ctr" rtl="0">
              <a:lnSpc>
                <a:spcPct val="95000"/>
              </a:lnSpc>
              <a:spcBef>
                <a:spcPts val="1200"/>
              </a:spcBef>
              <a:spcAft>
                <a:spcPts val="0"/>
              </a:spcAft>
              <a:buSzPts val="275"/>
              <a:buAutoNum type="arabicPeriod" startAt="6"/>
            </a:pPr>
            <a:endParaRPr sz="1350" b="1" dirty="0">
              <a:solidFill>
                <a:schemeClr val="tx1"/>
              </a:solidFill>
            </a:endParaRPr>
          </a:p>
          <a:p>
            <a:pPr marL="0" lvl="0" indent="0" algn="l" rtl="0">
              <a:lnSpc>
                <a:spcPct val="95000"/>
              </a:lnSpc>
              <a:spcBef>
                <a:spcPts val="1200"/>
              </a:spcBef>
              <a:spcAft>
                <a:spcPts val="1200"/>
              </a:spcAft>
              <a:buSzPts val="275"/>
              <a:buNone/>
            </a:pPr>
            <a:endParaRPr sz="1350" dirty="0"/>
          </a:p>
        </p:txBody>
      </p:sp>
      <p:sp>
        <p:nvSpPr>
          <p:cNvPr id="2" name="Rectangle 1">
            <a:extLst>
              <a:ext uri="{FF2B5EF4-FFF2-40B4-BE49-F238E27FC236}">
                <a16:creationId xmlns:a16="http://schemas.microsoft.com/office/drawing/2014/main" id="{2EE180CA-D0B0-34CA-B6CF-5BFDA58EFACF}"/>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39518874"/>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1793</TotalTime>
  <Words>3816</Words>
  <Application>Microsoft Office PowerPoint</Application>
  <PresentationFormat>Presentación en pantalla (16:9)</PresentationFormat>
  <Paragraphs>347</Paragraphs>
  <Slides>86</Slides>
  <Notes>85</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86</vt:i4>
      </vt:variant>
    </vt:vector>
  </HeadingPairs>
  <TitlesOfParts>
    <vt:vector size="88" baseType="lpstr">
      <vt:lpstr>Arial</vt:lpstr>
      <vt:lpstr>Simple Light</vt:lpstr>
      <vt:lpstr>Thank you both for participating in our experiment! While the researchers help you set up with the EEG cap, we’ll explain the task you’ll be doing with your friend.</vt:lpstr>
      <vt:lpstr>You’ll be playing a guessing game based on yes-or-no questions. In each round, one player will see a word displayed on the screen representing an object, person, or place. The other players must guess what it is by asking questions that can only be answered with ‘Yes’ or ‘No’.</vt:lpstr>
      <vt:lpstr>How to Play: One player is chosen to be the "Knower", while the other player is the "Guesser." The Knower will see a word (representing an object, meal, profession or animal) displayed on the screen, which the Guesser must try to identify. The Guesser begins asking yes-or-no questions to narrow down the possibilities, and the Knower can only respond with "yes" or "no." The Guesser has 90 seconds to guess the correct answer. After the round, the roles switch: the Guesser becomes the Knower, and vice versa.</vt:lpstr>
      <vt:lpstr>Example Game:  The Knower sees the word "cat."  Guesser: "Is it an animal?" Knower: "Yes." Guesser: "Is it a domestic animal?" Knower: "Yes." Guesser: "Does it bark?" Knower: "No." Guesser: "Does it meow?" Knower: "Yes." Guesser: "Is it a cat?" Knower: "Yes." </vt:lpstr>
      <vt:lpstr>Important Points to Keep in Mind  Ask Relevant Questions: Always ask questions directly related to the word you are trying to guess. For instance, if you think the word is “cat,” focus on questions like “Does it meow?” or “Is it a pet?” Avoid using elimination strategies by asking unrelated or negative questions (e.g., “Is it not a bird?”).  Time Limit: Each round lasts 60 seconds (1 minute). After this time, your turn as Guesser or Knower ends, and the roles switch.  </vt:lpstr>
      <vt:lpstr>Important Points to Keep in Mind  Using the Response Pad: The Knower should answer the Guesser verbally with “Yes" or “No" but should also record each response on the response pad using the dedicated keys. Note that the keys vary based on whether you are participant A or participant B.  After each turn, the Knower should pass the response pad to the other participant when switching roles.  Stay in the Camera Area: The session will be recorded on video, so please ensure you stay within the camera’s view.    </vt:lpstr>
      <vt:lpstr>Important Points to Keep in Mind  Controlling the Presentation Slides: Both of you have control over starting each trial after you’re ready and have exchanged the response pad. It’s up to you to decide who advances the slides. The screen is shared, so both participants have equal access to the mouse and keyboard for this purpose.  On the table, you’ll find a printed template with suggested questions for each of the five topics we’ll cover. Feel free to use it as a guide, but using it is entirely up to you. </vt:lpstr>
      <vt:lpstr>The researcher will now block part of your screen, and we’ll begin a short training session.  Please take your time before jumping to conclusions, even if you feel confident. Focus on asking questions first. Use the time available to gather information through questions to guide your guess.  Go to the next slide when you are ready to start the practice trials.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END END END END END END END END END END END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ALEJANDRO PEREZ-FERNANDEZ</dc:creator>
  <cp:lastModifiedBy>ALEJANDRO PEREZ-FERNANDEZ</cp:lastModifiedBy>
  <cp:revision>2</cp:revision>
  <dcterms:modified xsi:type="dcterms:W3CDTF">2026-08-03T16:21:28Z</dcterms:modified>
</cp:coreProperties>
</file>